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2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/>
              <a:t>浏览器</a:t>
            </a:r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ctr"/>
            <a:r>
              <a:rPr lang="zh-CN" altLang="en-US"/>
              <a:t>本地开发</a:t>
            </a:r>
            <a:r>
              <a:rPr lang="zh-CN" altLang="en-US"/>
              <a:t>服务器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提供代理</a:t>
            </a:r>
            <a:r>
              <a:rPr lang="zh-CN" altLang="en-US"/>
              <a:t>请求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/>
              <a:t>后端服务</a:t>
            </a:r>
            <a:endParaRPr lang="zh-CN" altLang="en-US"/>
          </a:p>
          <a:p>
            <a:pPr algn="ctr"/>
            <a:r>
              <a:rPr lang="zh-CN" altLang="en-US"/>
              <a:t>可能有多个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跨域接口</a:t>
            </a:r>
            <a:r>
              <a:rPr lang="zh-CN" altLang="en-US"/>
              <a:t>请求</a:t>
            </a:r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返回数据</a:t>
            </a:r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返回</a:t>
            </a:r>
            <a:endParaRPr lang="zh-CN" altLang="en-US"/>
          </a:p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接口</a:t>
            </a:r>
            <a:r>
              <a:rPr lang="zh-CN" altLang="en-US"/>
              <a:t>请求</a:t>
            </a:r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返回</a:t>
            </a:r>
            <a:r>
              <a:rPr lang="zh-CN" altLang="en-US"/>
              <a:t>数据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准备页面数据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</a:t>
            </a:r>
            <a:r>
              <a:rPr lang="zh-CN" altLang="en-US" sz="1400"/>
              <a:t>页面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</a:t>
            </a:r>
            <a:r>
              <a:rPr lang="zh-CN" altLang="en-US" sz="1400"/>
              <a:t>部分页面数据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</a:t>
            </a:r>
            <a:r>
              <a:rPr lang="zh-CN" altLang="en-US" sz="1400"/>
              <a:t>部分页面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非流式</a:t>
            </a:r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</a:t>
            </a:r>
            <a:r>
              <a:rPr lang="zh-CN" altLang="en-US" sz="1400"/>
              <a:t>部分页面数据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</a:t>
            </a:r>
            <a:r>
              <a:rPr lang="zh-CN" altLang="en-US" sz="1400"/>
              <a:t>部分页面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流式</a:t>
            </a:r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可以重复</a:t>
            </a:r>
            <a:r>
              <a:rPr lang="zh-CN" altLang="en-US" sz="1400"/>
              <a:t>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</a:t>
            </a:r>
            <a:r>
              <a:rPr lang="zh-CN" altLang="en-US" sz="1400"/>
              <a:t>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返回最后的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</a:t>
            </a:r>
            <a:r>
              <a:rPr lang="zh-CN" altLang="en-US" sz="1400"/>
              <a:t>完整页面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请求</a:t>
            </a:r>
            <a:r>
              <a:rPr lang="zh-CN" altLang="en-US" sz="1400"/>
              <a:t>数据接口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展示部分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非流式</a:t>
            </a:r>
            <a:r>
              <a:rPr lang="zh-CN" altLang="en-US" sz="1400"/>
              <a:t>传输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准备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</a:t>
            </a:r>
            <a:r>
              <a:rPr lang="zh-CN" altLang="en-US" sz="1400"/>
              <a:t>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展示部分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流式</a:t>
            </a:r>
            <a:r>
              <a:rPr lang="zh-CN" altLang="en-US" sz="1400"/>
              <a:t>传输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可以重复</a:t>
            </a:r>
            <a:r>
              <a:rPr lang="zh-CN" altLang="en-US" sz="1400"/>
              <a:t>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准备</a:t>
            </a:r>
            <a:r>
              <a:rPr lang="zh-CN" altLang="en-US" sz="1400"/>
              <a:t>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返回最后的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展示完整</a:t>
            </a:r>
            <a:r>
              <a:rPr lang="zh-CN" altLang="en-US" sz="1400"/>
              <a:t>数据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Tokens</a:t>
            </a:r>
            <a:endParaRPr lang="en-US" altLang="zh-CN" sz="1400"/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AST</a:t>
            </a:r>
            <a:endParaRPr lang="en-US" altLang="zh-CN" sz="1400"/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词法分析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语法分析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const a = 2 + 1</a:t>
            </a:r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/>
                <a:gridCol w="1045210"/>
              </a:tblGrid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  <a:tr h="3790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 anchorCtr="0"/>
                </a:tc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</a:t>
              </a:r>
              <a:r>
                <a:rPr lang="en-US" altLang="zh-CN" sz="1400"/>
                <a:t>const</a:t>
              </a:r>
              <a:endParaRPr lang="en-US" altLang="zh-CN" sz="14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  <a:endParaRPr lang="en-US" altLang="zh-CN" sz="1400"/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  <a:endParaRPr lang="en-US" altLang="zh-CN" sz="1400"/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  <a:endParaRPr lang="en-US" sz="1400"/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解析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</a:t>
            </a:r>
            <a:r>
              <a:rPr lang="en-US" altLang="zh-CN"/>
              <a:t>e.log(a)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</a:t>
            </a:r>
            <a:r>
              <a:rPr lang="zh-CN" altLang="en-US" sz="1400"/>
              <a:t>语法树</a:t>
            </a:r>
            <a:endParaRPr lang="zh-CN" altLang="en-US" sz="1400"/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</a:t>
            </a:r>
            <a:r>
              <a:rPr lang="zh-CN" altLang="en-US" sz="1400"/>
              <a:t>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400"/>
                <a:t>生成</a:t>
              </a:r>
              <a:endParaRPr lang="zh-CN" altLang="en-US" sz="1400"/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</a:t>
            </a:r>
            <a:r>
              <a:rPr lang="en-US" altLang="zh-CN"/>
              <a:t>e.log(a)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1400"/>
              <a:t>代码（</a:t>
            </a:r>
            <a:r>
              <a:rPr lang="zh-CN" altLang="en-US" sz="1400"/>
              <a:t>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</a:t>
            </a:r>
            <a:r>
              <a:rPr lang="en-US" altLang="zh-CN"/>
              <a:t>map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</a:t>
            </a:r>
            <a:r>
              <a:rPr lang="en-US" altLang="zh-CN"/>
              <a:t>map</a:t>
            </a:r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44</a:t>
            </a:r>
            <a:endParaRPr lang="en-US" altLang="zh-CN"/>
          </a:p>
          <a:p>
            <a:pPr algn="ctr"/>
            <a:r>
              <a:rPr lang="en-US" altLang="zh-CN"/>
              <a:t>eval</a:t>
            </a:r>
            <a:r>
              <a:rPr lang="zh-CN" altLang="en-US"/>
              <a:t>中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  <a:p>
            <a:pPr algn="ctr"/>
            <a:r>
              <a:rPr lang="zh-CN" altLang="en-US"/>
              <a:t>源代码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  <a:endParaRPr lang="en-US" altLang="zh-CN"/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  <a:endParaRPr lang="en-US" altLang="zh-CN"/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  <a:endParaRPr lang="en-US" altLang="zh-CN"/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  <a:endParaRPr lang="zh-CN" altLang="en-US"/>
          </a:p>
          <a:p>
            <a:pPr algn="ctr"/>
            <a:r>
              <a:rPr lang="zh-CN" altLang="en-US"/>
              <a:t>中间</a:t>
            </a:r>
            <a:r>
              <a:rPr lang="zh-CN" altLang="en-US"/>
              <a:t>产物</a:t>
            </a:r>
            <a:endParaRPr lang="zh-CN" altLang="en-US"/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/>
              <a:t>最终</a:t>
            </a:r>
            <a:r>
              <a:rPr lang="zh-CN" altLang="en-US"/>
              <a:t>产物</a:t>
            </a:r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CSS</a:t>
            </a:r>
            <a:r>
              <a:rPr lang="zh-CN" altLang="en-US"/>
              <a:t>预处理</a:t>
            </a:r>
            <a:r>
              <a:rPr lang="zh-CN" altLang="en-US"/>
              <a:t>器</a:t>
            </a:r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CSS</a:t>
            </a:r>
            <a:r>
              <a:rPr lang="zh-CN" altLang="en-US"/>
              <a:t>后处理</a:t>
            </a:r>
            <a:r>
              <a:rPr lang="zh-CN" altLang="en-US"/>
              <a:t>器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ags/tag2.xml><?xml version="1.0" encoding="utf-8"?>
<p:tagLst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895</Words>
  <Application>WPS 演示</Application>
  <PresentationFormat>宽屏</PresentationFormat>
  <Paragraphs>285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Calibri</vt:lpstr>
      <vt:lpstr>Arial Unicode MS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jz</cp:lastModifiedBy>
  <cp:revision>19</cp:revision>
  <dcterms:created xsi:type="dcterms:W3CDTF">2025-01-20T10:49:00Z</dcterms:created>
  <dcterms:modified xsi:type="dcterms:W3CDTF">2025-11-24T15:40:14Z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2052-12.1.0.23542</vt:lpwstr>
  </property>
</Properties>
</file>