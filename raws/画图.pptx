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custDataLst>
    <p:tags r:id="rId1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72" y="6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300480" y="2006600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/>
              <a:t>浏览器</a:t>
            </a:r>
          </a:p>
        </p:txBody>
      </p:sp>
      <p:sp>
        <p:nvSpPr>
          <p:cNvPr id="7" name="右箭头 6"/>
          <p:cNvSpPr/>
          <p:nvPr/>
        </p:nvSpPr>
        <p:spPr>
          <a:xfrm>
            <a:off x="2694305" y="1969135"/>
            <a:ext cx="20142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473700" y="365506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http-proxy</a:t>
            </a:r>
            <a:r>
              <a:rPr lang="zh-CN" altLang="en-US"/>
              <a:t>代理</a:t>
            </a:r>
          </a:p>
        </p:txBody>
      </p:sp>
      <p:sp>
        <p:nvSpPr>
          <p:cNvPr id="10" name="矩形 9"/>
          <p:cNvSpPr/>
          <p:nvPr/>
        </p:nvSpPr>
        <p:spPr>
          <a:xfrm>
            <a:off x="4796155" y="1606550"/>
            <a:ext cx="2661920" cy="3020695"/>
          </a:xfrm>
          <a:prstGeom prst="rect">
            <a:avLst/>
          </a:prstGeom>
          <a:noFill/>
          <a:ln w="1270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235575" y="1819910"/>
            <a:ext cx="17830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ctr"/>
            <a:r>
              <a:rPr lang="zh-CN" altLang="en-US"/>
              <a:t>本地开发服务器</a:t>
            </a:r>
          </a:p>
        </p:txBody>
      </p:sp>
      <p:sp>
        <p:nvSpPr>
          <p:cNvPr id="12" name="右箭头 11"/>
          <p:cNvSpPr/>
          <p:nvPr/>
        </p:nvSpPr>
        <p:spPr>
          <a:xfrm>
            <a:off x="7018655" y="3747770"/>
            <a:ext cx="23025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右箭头 12"/>
          <p:cNvSpPr/>
          <p:nvPr/>
        </p:nvSpPr>
        <p:spPr>
          <a:xfrm rot="5400000">
            <a:off x="5450840" y="2818130"/>
            <a:ext cx="109347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5260340" y="2445385"/>
            <a:ext cx="6807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提供代理请求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9478010" y="3655060"/>
            <a:ext cx="14605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/>
              <a:t>后端服务</a:t>
            </a:r>
          </a:p>
          <a:p>
            <a:pPr algn="ctr"/>
            <a:r>
              <a:rPr lang="zh-CN" altLang="en-US"/>
              <a:t>可能有多个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7462520" y="3371850"/>
            <a:ext cx="1757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跨域接口请求</a:t>
            </a:r>
          </a:p>
        </p:txBody>
      </p:sp>
      <p:sp>
        <p:nvSpPr>
          <p:cNvPr id="17" name="右箭头 16"/>
          <p:cNvSpPr/>
          <p:nvPr/>
        </p:nvSpPr>
        <p:spPr>
          <a:xfrm rot="10800000">
            <a:off x="7018655" y="4017645"/>
            <a:ext cx="23025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7717155" y="4217035"/>
            <a:ext cx="11264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返回数据</a:t>
            </a:r>
          </a:p>
        </p:txBody>
      </p:sp>
      <p:sp>
        <p:nvSpPr>
          <p:cNvPr id="19" name="右箭头 18"/>
          <p:cNvSpPr/>
          <p:nvPr/>
        </p:nvSpPr>
        <p:spPr>
          <a:xfrm rot="16200000">
            <a:off x="5732145" y="2818130"/>
            <a:ext cx="109347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6337935" y="2583815"/>
            <a:ext cx="6807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返回</a:t>
            </a:r>
          </a:p>
          <a:p>
            <a:r>
              <a:rPr lang="zh-CN" altLang="en-US"/>
              <a:t>数据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3104515" y="1606550"/>
            <a:ext cx="1193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接口请求</a:t>
            </a:r>
          </a:p>
        </p:txBody>
      </p:sp>
      <p:sp>
        <p:nvSpPr>
          <p:cNvPr id="22" name="右箭头 21"/>
          <p:cNvSpPr/>
          <p:nvPr/>
        </p:nvSpPr>
        <p:spPr>
          <a:xfrm rot="10800000">
            <a:off x="2680970" y="2209800"/>
            <a:ext cx="2008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3086100" y="2431415"/>
            <a:ext cx="1193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返回数据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63575" y="37719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</a:p>
        </p:txBody>
      </p:sp>
      <p:sp>
        <p:nvSpPr>
          <p:cNvPr id="12" name="右箭头 11"/>
          <p:cNvSpPr/>
          <p:nvPr/>
        </p:nvSpPr>
        <p:spPr>
          <a:xfrm>
            <a:off x="1737360" y="94742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3" name="右箭头 12"/>
          <p:cNvSpPr/>
          <p:nvPr/>
        </p:nvSpPr>
        <p:spPr>
          <a:xfrm rot="5400000">
            <a:off x="1897380" y="2820670"/>
            <a:ext cx="33947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4" name="文本框 13"/>
          <p:cNvSpPr txBox="1"/>
          <p:nvPr/>
        </p:nvSpPr>
        <p:spPr>
          <a:xfrm>
            <a:off x="3809365" y="2579370"/>
            <a:ext cx="694055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准备页面数据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3137535" y="37719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</a:p>
        </p:txBody>
      </p:sp>
      <p:sp>
        <p:nvSpPr>
          <p:cNvPr id="17" name="右箭头 16"/>
          <p:cNvSpPr/>
          <p:nvPr/>
        </p:nvSpPr>
        <p:spPr>
          <a:xfrm rot="10800000">
            <a:off x="1737360" y="467931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8" name="文本框 17"/>
          <p:cNvSpPr txBox="1"/>
          <p:nvPr/>
        </p:nvSpPr>
        <p:spPr>
          <a:xfrm>
            <a:off x="671195" y="897890"/>
            <a:ext cx="9112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请求页面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3162300" y="897255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</a:p>
        </p:txBody>
      </p:sp>
      <p:cxnSp>
        <p:nvCxnSpPr>
          <p:cNvPr id="2" name="直接连接符 1"/>
          <p:cNvCxnSpPr/>
          <p:nvPr/>
        </p:nvCxnSpPr>
        <p:spPr>
          <a:xfrm>
            <a:off x="1595120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3126105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37535" y="4647565"/>
            <a:ext cx="10109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返回数据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645795" y="462407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</a:p>
        </p:txBody>
      </p:sp>
      <p:sp>
        <p:nvSpPr>
          <p:cNvPr id="27" name="右箭头 26"/>
          <p:cNvSpPr/>
          <p:nvPr/>
        </p:nvSpPr>
        <p:spPr>
          <a:xfrm rot="5400000">
            <a:off x="948055" y="5032375"/>
            <a:ext cx="36385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8" name="文本框 27"/>
          <p:cNvSpPr txBox="1"/>
          <p:nvPr/>
        </p:nvSpPr>
        <p:spPr>
          <a:xfrm>
            <a:off x="504825" y="497141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645795" y="533336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展示页面</a:t>
            </a:r>
          </a:p>
        </p:txBody>
      </p:sp>
      <p:sp>
        <p:nvSpPr>
          <p:cNvPr id="31" name="文本框 30"/>
          <p:cNvSpPr txBox="1"/>
          <p:nvPr/>
        </p:nvSpPr>
        <p:spPr>
          <a:xfrm>
            <a:off x="5894070" y="36195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</a:p>
        </p:txBody>
      </p:sp>
      <p:sp>
        <p:nvSpPr>
          <p:cNvPr id="32" name="右箭头 31"/>
          <p:cNvSpPr/>
          <p:nvPr/>
        </p:nvSpPr>
        <p:spPr>
          <a:xfrm>
            <a:off x="6967855" y="93218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3" name="右箭头 32"/>
          <p:cNvSpPr/>
          <p:nvPr/>
        </p:nvSpPr>
        <p:spPr>
          <a:xfrm rot="5400000">
            <a:off x="8553450" y="1380490"/>
            <a:ext cx="60769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4" name="文本框 33"/>
          <p:cNvSpPr txBox="1"/>
          <p:nvPr/>
        </p:nvSpPr>
        <p:spPr>
          <a:xfrm>
            <a:off x="9105900" y="126619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准备部分页面数据</a:t>
            </a:r>
          </a:p>
        </p:txBody>
      </p:sp>
      <p:sp>
        <p:nvSpPr>
          <p:cNvPr id="35" name="文本框 34"/>
          <p:cNvSpPr txBox="1"/>
          <p:nvPr/>
        </p:nvSpPr>
        <p:spPr>
          <a:xfrm>
            <a:off x="8355330" y="36195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</a:p>
        </p:txBody>
      </p:sp>
      <p:sp>
        <p:nvSpPr>
          <p:cNvPr id="36" name="右箭头 35"/>
          <p:cNvSpPr/>
          <p:nvPr/>
        </p:nvSpPr>
        <p:spPr>
          <a:xfrm rot="10800000">
            <a:off x="6988175" y="195326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7" name="文本框 36"/>
          <p:cNvSpPr txBox="1"/>
          <p:nvPr/>
        </p:nvSpPr>
        <p:spPr>
          <a:xfrm>
            <a:off x="5857240" y="882650"/>
            <a:ext cx="9112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请求页面</a:t>
            </a:r>
          </a:p>
        </p:txBody>
      </p:sp>
      <p:sp>
        <p:nvSpPr>
          <p:cNvPr id="38" name="文本框 37"/>
          <p:cNvSpPr txBox="1"/>
          <p:nvPr/>
        </p:nvSpPr>
        <p:spPr>
          <a:xfrm>
            <a:off x="8405495" y="868680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</a:p>
        </p:txBody>
      </p:sp>
      <p:cxnSp>
        <p:nvCxnSpPr>
          <p:cNvPr id="39" name="直接连接符 38"/>
          <p:cNvCxnSpPr/>
          <p:nvPr/>
        </p:nvCxnSpPr>
        <p:spPr>
          <a:xfrm>
            <a:off x="6825615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8356600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8426450" y="1903730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</a:p>
        </p:txBody>
      </p:sp>
      <p:sp>
        <p:nvSpPr>
          <p:cNvPr id="42" name="文本框 41"/>
          <p:cNvSpPr txBox="1"/>
          <p:nvPr/>
        </p:nvSpPr>
        <p:spPr>
          <a:xfrm>
            <a:off x="5874385" y="195580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</a:p>
        </p:txBody>
      </p:sp>
      <p:sp>
        <p:nvSpPr>
          <p:cNvPr id="43" name="右箭头 42"/>
          <p:cNvSpPr/>
          <p:nvPr/>
        </p:nvSpPr>
        <p:spPr>
          <a:xfrm rot="5400000">
            <a:off x="6120765" y="2413635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4" name="文本框 43"/>
          <p:cNvSpPr txBox="1"/>
          <p:nvPr/>
        </p:nvSpPr>
        <p:spPr>
          <a:xfrm>
            <a:off x="5673090" y="232219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</a:p>
        </p:txBody>
      </p:sp>
      <p:sp>
        <p:nvSpPr>
          <p:cNvPr id="45" name="文本框 44"/>
          <p:cNvSpPr txBox="1"/>
          <p:nvPr/>
        </p:nvSpPr>
        <p:spPr>
          <a:xfrm>
            <a:off x="5563235" y="278066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展示部分页面</a:t>
            </a:r>
          </a:p>
        </p:txBody>
      </p:sp>
      <p:sp>
        <p:nvSpPr>
          <p:cNvPr id="46" name="文本框 45"/>
          <p:cNvSpPr txBox="1"/>
          <p:nvPr/>
        </p:nvSpPr>
        <p:spPr>
          <a:xfrm>
            <a:off x="2120900" y="6141720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非流式渲染</a:t>
            </a:r>
          </a:p>
        </p:txBody>
      </p:sp>
      <p:sp>
        <p:nvSpPr>
          <p:cNvPr id="47" name="右箭头 46"/>
          <p:cNvSpPr/>
          <p:nvPr/>
        </p:nvSpPr>
        <p:spPr>
          <a:xfrm rot="5400000">
            <a:off x="8392795" y="2667000"/>
            <a:ext cx="9944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8" name="文本框 47"/>
          <p:cNvSpPr txBox="1"/>
          <p:nvPr/>
        </p:nvSpPr>
        <p:spPr>
          <a:xfrm>
            <a:off x="9126220" y="2435225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准备部分页面数据</a:t>
            </a:r>
          </a:p>
        </p:txBody>
      </p:sp>
      <p:sp>
        <p:nvSpPr>
          <p:cNvPr id="49" name="文本框 48"/>
          <p:cNvSpPr txBox="1"/>
          <p:nvPr/>
        </p:nvSpPr>
        <p:spPr>
          <a:xfrm>
            <a:off x="8426450" y="3330575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</a:p>
        </p:txBody>
      </p:sp>
      <p:sp>
        <p:nvSpPr>
          <p:cNvPr id="50" name="右箭头 49"/>
          <p:cNvSpPr/>
          <p:nvPr/>
        </p:nvSpPr>
        <p:spPr>
          <a:xfrm rot="10800000">
            <a:off x="7023100" y="338074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1" name="文本框 50"/>
          <p:cNvSpPr txBox="1"/>
          <p:nvPr/>
        </p:nvSpPr>
        <p:spPr>
          <a:xfrm>
            <a:off x="5852160" y="335343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</a:p>
        </p:txBody>
      </p:sp>
      <p:sp>
        <p:nvSpPr>
          <p:cNvPr id="52" name="右箭头 51"/>
          <p:cNvSpPr/>
          <p:nvPr/>
        </p:nvSpPr>
        <p:spPr>
          <a:xfrm rot="5400000">
            <a:off x="6087110" y="3764280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3" name="文本框 52"/>
          <p:cNvSpPr txBox="1"/>
          <p:nvPr/>
        </p:nvSpPr>
        <p:spPr>
          <a:xfrm>
            <a:off x="5639435" y="3672840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</a:p>
        </p:txBody>
      </p:sp>
      <p:sp>
        <p:nvSpPr>
          <p:cNvPr id="54" name="文本框 53"/>
          <p:cNvSpPr txBox="1"/>
          <p:nvPr/>
        </p:nvSpPr>
        <p:spPr>
          <a:xfrm>
            <a:off x="5514975" y="409003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展示部分页面</a:t>
            </a:r>
          </a:p>
        </p:txBody>
      </p:sp>
      <p:sp>
        <p:nvSpPr>
          <p:cNvPr id="55" name="文本框 54"/>
          <p:cNvSpPr txBox="1"/>
          <p:nvPr/>
        </p:nvSpPr>
        <p:spPr>
          <a:xfrm>
            <a:off x="68548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流式渲染</a:t>
            </a:r>
          </a:p>
        </p:txBody>
      </p:sp>
      <p:sp>
        <p:nvSpPr>
          <p:cNvPr id="56" name="右箭头 55"/>
          <p:cNvSpPr/>
          <p:nvPr/>
        </p:nvSpPr>
        <p:spPr>
          <a:xfrm rot="5400000">
            <a:off x="8437245" y="4010025"/>
            <a:ext cx="88074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1" name="矩形 60"/>
          <p:cNvSpPr/>
          <p:nvPr/>
        </p:nvSpPr>
        <p:spPr>
          <a:xfrm>
            <a:off x="5487035" y="1840230"/>
            <a:ext cx="4669155" cy="147637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10274300" y="2210435"/>
            <a:ext cx="60579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可以重复多次</a:t>
            </a:r>
          </a:p>
        </p:txBody>
      </p:sp>
      <p:sp>
        <p:nvSpPr>
          <p:cNvPr id="63" name="文本框 62"/>
          <p:cNvSpPr txBox="1"/>
          <p:nvPr/>
        </p:nvSpPr>
        <p:spPr>
          <a:xfrm>
            <a:off x="9065260" y="374142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准备最后的数据</a:t>
            </a:r>
          </a:p>
        </p:txBody>
      </p:sp>
      <p:sp>
        <p:nvSpPr>
          <p:cNvPr id="64" name="文本框 63"/>
          <p:cNvSpPr txBox="1"/>
          <p:nvPr/>
        </p:nvSpPr>
        <p:spPr>
          <a:xfrm>
            <a:off x="8426450" y="4554220"/>
            <a:ext cx="15233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返回最后的数据</a:t>
            </a:r>
          </a:p>
        </p:txBody>
      </p:sp>
      <p:sp>
        <p:nvSpPr>
          <p:cNvPr id="65" name="文本框 64"/>
          <p:cNvSpPr txBox="1"/>
          <p:nvPr/>
        </p:nvSpPr>
        <p:spPr>
          <a:xfrm>
            <a:off x="5877560" y="454152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</a:p>
        </p:txBody>
      </p:sp>
      <p:sp>
        <p:nvSpPr>
          <p:cNvPr id="66" name="右箭头 65"/>
          <p:cNvSpPr/>
          <p:nvPr/>
        </p:nvSpPr>
        <p:spPr>
          <a:xfrm rot="5400000">
            <a:off x="6112510" y="4952365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7" name="文本框 66"/>
          <p:cNvSpPr txBox="1"/>
          <p:nvPr/>
        </p:nvSpPr>
        <p:spPr>
          <a:xfrm>
            <a:off x="5664835" y="486092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</a:p>
        </p:txBody>
      </p:sp>
      <p:sp>
        <p:nvSpPr>
          <p:cNvPr id="68" name="文本框 67"/>
          <p:cNvSpPr txBox="1"/>
          <p:nvPr/>
        </p:nvSpPr>
        <p:spPr>
          <a:xfrm>
            <a:off x="5540375" y="5278120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展示完整页面</a:t>
            </a:r>
          </a:p>
        </p:txBody>
      </p:sp>
      <p:sp>
        <p:nvSpPr>
          <p:cNvPr id="69" name="右箭头 68"/>
          <p:cNvSpPr/>
          <p:nvPr/>
        </p:nvSpPr>
        <p:spPr>
          <a:xfrm rot="10800000">
            <a:off x="6992620" y="462089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63575" y="37719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</a:p>
        </p:txBody>
      </p:sp>
      <p:sp>
        <p:nvSpPr>
          <p:cNvPr id="12" name="右箭头 11"/>
          <p:cNvSpPr/>
          <p:nvPr/>
        </p:nvSpPr>
        <p:spPr>
          <a:xfrm>
            <a:off x="1737360" y="94742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3" name="右箭头 12"/>
          <p:cNvSpPr/>
          <p:nvPr/>
        </p:nvSpPr>
        <p:spPr>
          <a:xfrm rot="5400000">
            <a:off x="1897380" y="2820670"/>
            <a:ext cx="33947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4" name="文本框 13"/>
          <p:cNvSpPr txBox="1"/>
          <p:nvPr/>
        </p:nvSpPr>
        <p:spPr>
          <a:xfrm>
            <a:off x="3809365" y="2579370"/>
            <a:ext cx="69405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准备数据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3137535" y="37719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</a:p>
        </p:txBody>
      </p:sp>
      <p:sp>
        <p:nvSpPr>
          <p:cNvPr id="17" name="右箭头 16"/>
          <p:cNvSpPr/>
          <p:nvPr/>
        </p:nvSpPr>
        <p:spPr>
          <a:xfrm rot="10800000">
            <a:off x="1737360" y="467931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8" name="文本框 17"/>
          <p:cNvSpPr txBox="1"/>
          <p:nvPr/>
        </p:nvSpPr>
        <p:spPr>
          <a:xfrm>
            <a:off x="306705" y="897890"/>
            <a:ext cx="12757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请求数据接口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3162300" y="897255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</a:p>
        </p:txBody>
      </p:sp>
      <p:cxnSp>
        <p:nvCxnSpPr>
          <p:cNvPr id="2" name="直接连接符 1"/>
          <p:cNvCxnSpPr/>
          <p:nvPr/>
        </p:nvCxnSpPr>
        <p:spPr>
          <a:xfrm>
            <a:off x="1595120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3126105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37535" y="4647565"/>
            <a:ext cx="10109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返回数据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645795" y="462407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</a:p>
        </p:txBody>
      </p:sp>
      <p:sp>
        <p:nvSpPr>
          <p:cNvPr id="27" name="右箭头 26"/>
          <p:cNvSpPr/>
          <p:nvPr/>
        </p:nvSpPr>
        <p:spPr>
          <a:xfrm rot="5400000">
            <a:off x="948055" y="5032375"/>
            <a:ext cx="36385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9" name="文本框 28"/>
          <p:cNvSpPr txBox="1"/>
          <p:nvPr/>
        </p:nvSpPr>
        <p:spPr>
          <a:xfrm>
            <a:off x="635000" y="5318125"/>
            <a:ext cx="9664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展示数据</a:t>
            </a:r>
          </a:p>
        </p:txBody>
      </p:sp>
      <p:sp>
        <p:nvSpPr>
          <p:cNvPr id="31" name="文本框 30"/>
          <p:cNvSpPr txBox="1"/>
          <p:nvPr/>
        </p:nvSpPr>
        <p:spPr>
          <a:xfrm>
            <a:off x="5894070" y="36195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</a:p>
        </p:txBody>
      </p:sp>
      <p:sp>
        <p:nvSpPr>
          <p:cNvPr id="32" name="右箭头 31"/>
          <p:cNvSpPr/>
          <p:nvPr/>
        </p:nvSpPr>
        <p:spPr>
          <a:xfrm>
            <a:off x="6967855" y="93218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3" name="右箭头 32"/>
          <p:cNvSpPr/>
          <p:nvPr/>
        </p:nvSpPr>
        <p:spPr>
          <a:xfrm rot="5400000">
            <a:off x="8553450" y="1380490"/>
            <a:ext cx="60769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4" name="文本框 33"/>
          <p:cNvSpPr txBox="1"/>
          <p:nvPr/>
        </p:nvSpPr>
        <p:spPr>
          <a:xfrm>
            <a:off x="9105900" y="1266190"/>
            <a:ext cx="13633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准备部分数据</a:t>
            </a:r>
          </a:p>
        </p:txBody>
      </p:sp>
      <p:sp>
        <p:nvSpPr>
          <p:cNvPr id="35" name="文本框 34"/>
          <p:cNvSpPr txBox="1"/>
          <p:nvPr/>
        </p:nvSpPr>
        <p:spPr>
          <a:xfrm>
            <a:off x="8355330" y="36195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</a:p>
        </p:txBody>
      </p:sp>
      <p:sp>
        <p:nvSpPr>
          <p:cNvPr id="36" name="右箭头 35"/>
          <p:cNvSpPr/>
          <p:nvPr/>
        </p:nvSpPr>
        <p:spPr>
          <a:xfrm rot="10800000">
            <a:off x="6988175" y="195326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7" name="文本框 36"/>
          <p:cNvSpPr txBox="1"/>
          <p:nvPr/>
        </p:nvSpPr>
        <p:spPr>
          <a:xfrm>
            <a:off x="5515610" y="882650"/>
            <a:ext cx="12528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ym typeface="+mn-ea"/>
              </a:rPr>
              <a:t>请求数据接口</a:t>
            </a:r>
            <a:endParaRPr lang="zh-CN" altLang="en-US" sz="1400"/>
          </a:p>
        </p:txBody>
      </p:sp>
      <p:sp>
        <p:nvSpPr>
          <p:cNvPr id="38" name="文本框 37"/>
          <p:cNvSpPr txBox="1"/>
          <p:nvPr/>
        </p:nvSpPr>
        <p:spPr>
          <a:xfrm>
            <a:off x="8405495" y="868680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</a:p>
        </p:txBody>
      </p:sp>
      <p:cxnSp>
        <p:nvCxnSpPr>
          <p:cNvPr id="39" name="直接连接符 38"/>
          <p:cNvCxnSpPr/>
          <p:nvPr/>
        </p:nvCxnSpPr>
        <p:spPr>
          <a:xfrm>
            <a:off x="6825615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8356600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8426450" y="1903730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</a:p>
        </p:txBody>
      </p:sp>
      <p:sp>
        <p:nvSpPr>
          <p:cNvPr id="42" name="文本框 41"/>
          <p:cNvSpPr txBox="1"/>
          <p:nvPr/>
        </p:nvSpPr>
        <p:spPr>
          <a:xfrm>
            <a:off x="5874385" y="195580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</a:p>
        </p:txBody>
      </p:sp>
      <p:sp>
        <p:nvSpPr>
          <p:cNvPr id="43" name="右箭头 42"/>
          <p:cNvSpPr/>
          <p:nvPr/>
        </p:nvSpPr>
        <p:spPr>
          <a:xfrm rot="5400000">
            <a:off x="6176010" y="2359025"/>
            <a:ext cx="3340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5" name="文本框 44"/>
          <p:cNvSpPr txBox="1"/>
          <p:nvPr/>
        </p:nvSpPr>
        <p:spPr>
          <a:xfrm>
            <a:off x="5573395" y="264096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展示部分数据</a:t>
            </a:r>
          </a:p>
        </p:txBody>
      </p:sp>
      <p:sp>
        <p:nvSpPr>
          <p:cNvPr id="46" name="文本框 45"/>
          <p:cNvSpPr txBox="1"/>
          <p:nvPr/>
        </p:nvSpPr>
        <p:spPr>
          <a:xfrm>
            <a:off x="16097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非流式传输</a:t>
            </a:r>
          </a:p>
        </p:txBody>
      </p:sp>
      <p:sp>
        <p:nvSpPr>
          <p:cNvPr id="47" name="右箭头 46"/>
          <p:cNvSpPr/>
          <p:nvPr/>
        </p:nvSpPr>
        <p:spPr>
          <a:xfrm rot="5400000">
            <a:off x="8392795" y="2667000"/>
            <a:ext cx="9944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8" name="文本框 47"/>
          <p:cNvSpPr txBox="1"/>
          <p:nvPr/>
        </p:nvSpPr>
        <p:spPr>
          <a:xfrm>
            <a:off x="8993505" y="242570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准备部分数据</a:t>
            </a:r>
          </a:p>
        </p:txBody>
      </p:sp>
      <p:sp>
        <p:nvSpPr>
          <p:cNvPr id="49" name="文本框 48"/>
          <p:cNvSpPr txBox="1"/>
          <p:nvPr/>
        </p:nvSpPr>
        <p:spPr>
          <a:xfrm>
            <a:off x="8426450" y="3330575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</a:p>
        </p:txBody>
      </p:sp>
      <p:sp>
        <p:nvSpPr>
          <p:cNvPr id="50" name="右箭头 49"/>
          <p:cNvSpPr/>
          <p:nvPr/>
        </p:nvSpPr>
        <p:spPr>
          <a:xfrm rot="10800000">
            <a:off x="7023100" y="338074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1" name="文本框 50"/>
          <p:cNvSpPr txBox="1"/>
          <p:nvPr/>
        </p:nvSpPr>
        <p:spPr>
          <a:xfrm>
            <a:off x="5852160" y="335343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</a:p>
        </p:txBody>
      </p:sp>
      <p:sp>
        <p:nvSpPr>
          <p:cNvPr id="52" name="右箭头 51"/>
          <p:cNvSpPr/>
          <p:nvPr/>
        </p:nvSpPr>
        <p:spPr>
          <a:xfrm rot="5400000">
            <a:off x="6121400" y="3730625"/>
            <a:ext cx="3759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4" name="文本框 53"/>
          <p:cNvSpPr txBox="1"/>
          <p:nvPr/>
        </p:nvSpPr>
        <p:spPr>
          <a:xfrm>
            <a:off x="5515610" y="4022090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展示部分数据</a:t>
            </a:r>
          </a:p>
        </p:txBody>
      </p:sp>
      <p:sp>
        <p:nvSpPr>
          <p:cNvPr id="55" name="文本框 54"/>
          <p:cNvSpPr txBox="1"/>
          <p:nvPr/>
        </p:nvSpPr>
        <p:spPr>
          <a:xfrm>
            <a:off x="68548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流式传输</a:t>
            </a:r>
          </a:p>
        </p:txBody>
      </p:sp>
      <p:sp>
        <p:nvSpPr>
          <p:cNvPr id="56" name="右箭头 55"/>
          <p:cNvSpPr/>
          <p:nvPr/>
        </p:nvSpPr>
        <p:spPr>
          <a:xfrm rot="5400000">
            <a:off x="8437245" y="4010025"/>
            <a:ext cx="88074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1" name="矩形 60"/>
          <p:cNvSpPr/>
          <p:nvPr/>
        </p:nvSpPr>
        <p:spPr>
          <a:xfrm>
            <a:off x="5487035" y="1840230"/>
            <a:ext cx="4669155" cy="147637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10274300" y="2210435"/>
            <a:ext cx="60579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可以重复多次</a:t>
            </a:r>
          </a:p>
        </p:txBody>
      </p:sp>
      <p:sp>
        <p:nvSpPr>
          <p:cNvPr id="63" name="文本框 62"/>
          <p:cNvSpPr txBox="1"/>
          <p:nvPr/>
        </p:nvSpPr>
        <p:spPr>
          <a:xfrm>
            <a:off x="9065260" y="374142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准备最后的数据</a:t>
            </a:r>
          </a:p>
        </p:txBody>
      </p:sp>
      <p:sp>
        <p:nvSpPr>
          <p:cNvPr id="64" name="文本框 63"/>
          <p:cNvSpPr txBox="1"/>
          <p:nvPr/>
        </p:nvSpPr>
        <p:spPr>
          <a:xfrm>
            <a:off x="8426450" y="4554220"/>
            <a:ext cx="15233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返回最后的数据</a:t>
            </a:r>
          </a:p>
        </p:txBody>
      </p:sp>
      <p:sp>
        <p:nvSpPr>
          <p:cNvPr id="65" name="文本框 64"/>
          <p:cNvSpPr txBox="1"/>
          <p:nvPr/>
        </p:nvSpPr>
        <p:spPr>
          <a:xfrm>
            <a:off x="5877560" y="454152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</a:p>
        </p:txBody>
      </p:sp>
      <p:sp>
        <p:nvSpPr>
          <p:cNvPr id="66" name="右箭头 65"/>
          <p:cNvSpPr/>
          <p:nvPr/>
        </p:nvSpPr>
        <p:spPr>
          <a:xfrm rot="5400000">
            <a:off x="6163310" y="4902200"/>
            <a:ext cx="34290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8" name="文本框 67"/>
          <p:cNvSpPr txBox="1"/>
          <p:nvPr/>
        </p:nvSpPr>
        <p:spPr>
          <a:xfrm>
            <a:off x="5539105" y="517715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展示完整数据</a:t>
            </a:r>
          </a:p>
        </p:txBody>
      </p:sp>
      <p:sp>
        <p:nvSpPr>
          <p:cNvPr id="69" name="右箭头 68"/>
          <p:cNvSpPr/>
          <p:nvPr/>
        </p:nvSpPr>
        <p:spPr>
          <a:xfrm rot="10800000">
            <a:off x="6992620" y="462089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" name="右箭头 3"/>
          <p:cNvSpPr/>
          <p:nvPr/>
        </p:nvSpPr>
        <p:spPr>
          <a:xfrm>
            <a:off x="1737360" y="946785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456055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代码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5073333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Tokens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9180513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AST</a:t>
            </a:r>
          </a:p>
        </p:txBody>
      </p:sp>
      <p:grpSp>
        <p:nvGrpSpPr>
          <p:cNvPr id="42" name="组合 41"/>
          <p:cNvGrpSpPr/>
          <p:nvPr/>
        </p:nvGrpSpPr>
        <p:grpSpPr>
          <a:xfrm>
            <a:off x="3023235" y="3837623"/>
            <a:ext cx="1245870" cy="513715"/>
            <a:chOff x="3490" y="4192"/>
            <a:chExt cx="1962" cy="809"/>
          </a:xfrm>
        </p:grpSpPr>
        <p:sp>
          <p:nvSpPr>
            <p:cNvPr id="8" name="右箭头 7"/>
            <p:cNvSpPr/>
            <p:nvPr/>
          </p:nvSpPr>
          <p:spPr>
            <a:xfrm>
              <a:off x="3490" y="467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3760" y="4192"/>
              <a:ext cx="1422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词法分析</a:t>
              </a:r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6898005" y="3837623"/>
            <a:ext cx="1245870" cy="513715"/>
            <a:chOff x="9642" y="4372"/>
            <a:chExt cx="1962" cy="809"/>
          </a:xfrm>
        </p:grpSpPr>
        <p:sp>
          <p:nvSpPr>
            <p:cNvPr id="10" name="右箭头 9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9912" y="4372"/>
              <a:ext cx="1422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语法分析</a:t>
              </a:r>
            </a:p>
          </p:txBody>
        </p:sp>
      </p:grpSp>
      <p:sp>
        <p:nvSpPr>
          <p:cNvPr id="13" name="文本框 12"/>
          <p:cNvSpPr txBox="1"/>
          <p:nvPr/>
        </p:nvSpPr>
        <p:spPr>
          <a:xfrm>
            <a:off x="1134745" y="3910330"/>
            <a:ext cx="156972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/>
              <a:t>const a = 2 + 1</a:t>
            </a:r>
          </a:p>
        </p:txBody>
      </p:sp>
      <p:graphicFrame>
        <p:nvGraphicFramePr>
          <p:cNvPr id="19" name="表格 18"/>
          <p:cNvGraphicFramePr/>
          <p:nvPr>
            <p:custDataLst>
              <p:tags r:id="rId1"/>
            </p:custDataLst>
          </p:nvPr>
        </p:nvGraphicFramePr>
        <p:xfrm>
          <a:off x="4491355" y="2774315"/>
          <a:ext cx="2090420" cy="2640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52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/>
                        <a:t>类型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/>
                        <a:t>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Keyword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const</a:t>
                      </a:r>
                      <a:endParaRPr lang="zh-CN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Identifier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a</a:t>
                      </a:r>
                      <a:endParaRPr lang="zh-CN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Punctuator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=</a:t>
                      </a:r>
                      <a:endParaRPr lang="zh-CN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Numeric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2</a:t>
                      </a:r>
                      <a:endParaRPr lang="zh-CN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Punctuator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+</a:t>
                      </a:r>
                      <a:endParaRPr lang="zh-CN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Numeric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1</a:t>
                      </a:r>
                      <a:endParaRPr lang="zh-CN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39" name="组合 38"/>
          <p:cNvGrpSpPr/>
          <p:nvPr/>
        </p:nvGrpSpPr>
        <p:grpSpPr>
          <a:xfrm>
            <a:off x="8291195" y="2355215"/>
            <a:ext cx="2706370" cy="3478530"/>
            <a:chOff x="13129" y="3709"/>
            <a:chExt cx="4262" cy="5478"/>
          </a:xfrm>
        </p:grpSpPr>
        <p:sp>
          <p:nvSpPr>
            <p:cNvPr id="27" name="文本框 26"/>
            <p:cNvSpPr txBox="1"/>
            <p:nvPr/>
          </p:nvSpPr>
          <p:spPr>
            <a:xfrm>
              <a:off x="14210" y="3709"/>
              <a:ext cx="2101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Program</a:t>
              </a:r>
              <a:r>
                <a:rPr lang="en-US" altLang="zh-CN" sz="1400"/>
                <a:t> script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3440" y="4958"/>
              <a:ext cx="3641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VariableDeclaration</a:t>
              </a:r>
              <a:r>
                <a:rPr lang="en-US" altLang="zh-CN" sz="1400"/>
                <a:t> const</a:t>
              </a: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3714" y="6207"/>
              <a:ext cx="309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VariableDeclarator</a:t>
              </a:r>
              <a:r>
                <a:rPr lang="en-US" altLang="zh-CN" sz="1400"/>
                <a:t> a</a:t>
              </a: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3814" y="7456"/>
              <a:ext cx="289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BinaryExpression</a:t>
              </a:r>
              <a:r>
                <a:rPr lang="en-US" altLang="zh-CN" sz="1400"/>
                <a:t> +</a:t>
              </a:r>
            </a:p>
          </p:txBody>
        </p:sp>
        <p:grpSp>
          <p:nvGrpSpPr>
            <p:cNvPr id="33" name="组合 32"/>
            <p:cNvGrpSpPr/>
            <p:nvPr/>
          </p:nvGrpSpPr>
          <p:grpSpPr>
            <a:xfrm>
              <a:off x="13129" y="8705"/>
              <a:ext cx="4263" cy="482"/>
              <a:chOff x="10502" y="8690"/>
              <a:chExt cx="4263" cy="482"/>
            </a:xfrm>
          </p:grpSpPr>
          <p:sp>
            <p:nvSpPr>
              <p:cNvPr id="31" name="文本框 30"/>
              <p:cNvSpPr txBox="1"/>
              <p:nvPr/>
            </p:nvSpPr>
            <p:spPr>
              <a:xfrm>
                <a:off x="10502" y="8690"/>
                <a:ext cx="1654" cy="4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/>
                  <a:t>Literal</a:t>
                </a:r>
                <a:r>
                  <a:rPr lang="en-US" altLang="zh-CN" sz="1400"/>
                  <a:t> 2</a:t>
                </a:r>
              </a:p>
            </p:txBody>
          </p:sp>
          <p:sp>
            <p:nvSpPr>
              <p:cNvPr id="32" name="文本框 31"/>
              <p:cNvSpPr txBox="1"/>
              <p:nvPr/>
            </p:nvSpPr>
            <p:spPr>
              <a:xfrm>
                <a:off x="13177" y="8690"/>
                <a:ext cx="1588" cy="4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sz="1400"/>
                  <a:t>Literal</a:t>
                </a:r>
                <a:r>
                  <a:rPr lang="en-US" sz="1400"/>
                  <a:t> 1</a:t>
                </a:r>
              </a:p>
            </p:txBody>
          </p:sp>
        </p:grpSp>
        <p:cxnSp>
          <p:nvCxnSpPr>
            <p:cNvPr id="34" name="直接箭头连接符 33"/>
            <p:cNvCxnSpPr/>
            <p:nvPr/>
          </p:nvCxnSpPr>
          <p:spPr>
            <a:xfrm>
              <a:off x="15261" y="4192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/>
            <p:cNvCxnSpPr/>
            <p:nvPr/>
          </p:nvCxnSpPr>
          <p:spPr>
            <a:xfrm>
              <a:off x="15260" y="544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/>
            <p:cNvCxnSpPr/>
            <p:nvPr/>
          </p:nvCxnSpPr>
          <p:spPr>
            <a:xfrm>
              <a:off x="15261" y="6690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/>
            <p:cNvCxnSpPr/>
            <p:nvPr/>
          </p:nvCxnSpPr>
          <p:spPr>
            <a:xfrm flipH="1">
              <a:off x="13956" y="7939"/>
              <a:ext cx="1304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/>
            <p:cNvCxnSpPr>
              <a:stCxn id="30" idx="2"/>
              <a:endCxn id="32" idx="0"/>
            </p:cNvCxnSpPr>
            <p:nvPr/>
          </p:nvCxnSpPr>
          <p:spPr>
            <a:xfrm>
              <a:off x="15261" y="7939"/>
              <a:ext cx="133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94373" y="136144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代码</a:t>
            </a:r>
          </a:p>
        </p:txBody>
      </p:sp>
      <p:grpSp>
        <p:nvGrpSpPr>
          <p:cNvPr id="42" name="组合 41"/>
          <p:cNvGrpSpPr/>
          <p:nvPr/>
        </p:nvGrpSpPr>
        <p:grpSpPr>
          <a:xfrm>
            <a:off x="1915160" y="3177223"/>
            <a:ext cx="1246505" cy="513715"/>
            <a:chOff x="3490" y="4192"/>
            <a:chExt cx="1963" cy="809"/>
          </a:xfrm>
        </p:grpSpPr>
        <p:sp>
          <p:nvSpPr>
            <p:cNvPr id="8" name="右箭头 7"/>
            <p:cNvSpPr/>
            <p:nvPr/>
          </p:nvSpPr>
          <p:spPr>
            <a:xfrm>
              <a:off x="3490" y="467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4019" y="4192"/>
              <a:ext cx="90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解析</a:t>
              </a:r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5163185" y="3177223"/>
            <a:ext cx="1246505" cy="513715"/>
            <a:chOff x="9642" y="4372"/>
            <a:chExt cx="1963" cy="809"/>
          </a:xfrm>
        </p:grpSpPr>
        <p:sp>
          <p:nvSpPr>
            <p:cNvPr id="10" name="右箭头 9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9829" y="4372"/>
              <a:ext cx="1593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遍历</a:t>
              </a:r>
              <a:r>
                <a:rPr lang="en-US" altLang="zh-CN" sz="1400"/>
                <a:t>+</a:t>
              </a:r>
              <a:r>
                <a:rPr lang="zh-CN" altLang="en-US" sz="1400"/>
                <a:t>修改</a:t>
              </a:r>
            </a:p>
          </p:txBody>
        </p:sp>
      </p:grpSp>
      <p:sp>
        <p:nvSpPr>
          <p:cNvPr id="13" name="文本框 12"/>
          <p:cNvSpPr txBox="1"/>
          <p:nvPr/>
        </p:nvSpPr>
        <p:spPr>
          <a:xfrm>
            <a:off x="345440" y="3111500"/>
            <a:ext cx="156972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/>
              <a:t>let</a:t>
            </a:r>
            <a:r>
              <a:rPr lang="zh-CN" altLang="en-US"/>
              <a:t> a = 2 + 1</a:t>
            </a:r>
            <a:endParaRPr lang="en-US" altLang="zh-CN"/>
          </a:p>
          <a:p>
            <a:r>
              <a:rPr lang="en-US" altLang="zh-CN"/>
              <a:t>console.log(a)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3039745" y="2079625"/>
            <a:ext cx="2336165" cy="2708910"/>
            <a:chOff x="6046" y="2638"/>
            <a:chExt cx="3679" cy="4266"/>
          </a:xfrm>
        </p:grpSpPr>
        <p:sp>
          <p:nvSpPr>
            <p:cNvPr id="27" name="文本框 26"/>
            <p:cNvSpPr txBox="1"/>
            <p:nvPr/>
          </p:nvSpPr>
          <p:spPr>
            <a:xfrm>
              <a:off x="6873" y="2638"/>
              <a:ext cx="1940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Program</a:t>
              </a:r>
              <a:endParaRPr lang="en-US" altLang="zh-CN" sz="1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6872" y="3924"/>
              <a:ext cx="1942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......</a:t>
              </a: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6872" y="5173"/>
              <a:ext cx="194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6046" y="6422"/>
              <a:ext cx="165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8137" y="6422"/>
              <a:ext cx="1588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sz="1400"/>
            </a:p>
          </p:txBody>
        </p:sp>
        <p:cxnSp>
          <p:nvCxnSpPr>
            <p:cNvPr id="34" name="直接箭头连接符 33"/>
            <p:cNvCxnSpPr/>
            <p:nvPr/>
          </p:nvCxnSpPr>
          <p:spPr>
            <a:xfrm>
              <a:off x="7875" y="312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/>
            <p:cNvCxnSpPr>
              <a:endCxn id="31" idx="0"/>
            </p:cNvCxnSpPr>
            <p:nvPr/>
          </p:nvCxnSpPr>
          <p:spPr>
            <a:xfrm flipH="1">
              <a:off x="6873" y="5656"/>
              <a:ext cx="991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/>
            <p:cNvCxnSpPr>
              <a:stCxn id="30" idx="2"/>
              <a:endCxn id="32" idx="0"/>
            </p:cNvCxnSpPr>
            <p:nvPr/>
          </p:nvCxnSpPr>
          <p:spPr>
            <a:xfrm>
              <a:off x="7844" y="5656"/>
              <a:ext cx="108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接箭头连接符 2"/>
            <p:cNvCxnSpPr/>
            <p:nvPr/>
          </p:nvCxnSpPr>
          <p:spPr>
            <a:xfrm>
              <a:off x="7874" y="4407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文本框 16"/>
          <p:cNvSpPr txBox="1"/>
          <p:nvPr/>
        </p:nvSpPr>
        <p:spPr>
          <a:xfrm>
            <a:off x="3456305" y="1361440"/>
            <a:ext cx="1503680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AST </a:t>
            </a:r>
            <a:r>
              <a:rPr lang="zh-CN" altLang="en-US" sz="1400"/>
              <a:t>抽象语法树</a:t>
            </a:r>
          </a:p>
        </p:txBody>
      </p:sp>
      <p:grpSp>
        <p:nvGrpSpPr>
          <p:cNvPr id="18" name="组合 17"/>
          <p:cNvGrpSpPr/>
          <p:nvPr/>
        </p:nvGrpSpPr>
        <p:grpSpPr>
          <a:xfrm>
            <a:off x="6282055" y="2079625"/>
            <a:ext cx="2336165" cy="2708910"/>
            <a:chOff x="6046" y="2638"/>
            <a:chExt cx="3679" cy="4266"/>
          </a:xfrm>
        </p:grpSpPr>
        <p:sp>
          <p:nvSpPr>
            <p:cNvPr id="20" name="文本框 19"/>
            <p:cNvSpPr txBox="1"/>
            <p:nvPr/>
          </p:nvSpPr>
          <p:spPr>
            <a:xfrm>
              <a:off x="6873" y="2638"/>
              <a:ext cx="1940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Program</a:t>
              </a:r>
              <a:endParaRPr lang="en-US" altLang="zh-CN" sz="1400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6872" y="3924"/>
              <a:ext cx="1942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......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872" y="5173"/>
              <a:ext cx="194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046" y="6422"/>
              <a:ext cx="165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8137" y="6422"/>
              <a:ext cx="1588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sz="1400"/>
            </a:p>
          </p:txBody>
        </p:sp>
        <p:cxnSp>
          <p:nvCxnSpPr>
            <p:cNvPr id="26" name="直接箭头连接符 25"/>
            <p:cNvCxnSpPr/>
            <p:nvPr/>
          </p:nvCxnSpPr>
          <p:spPr>
            <a:xfrm>
              <a:off x="7875" y="312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箭头连接符 39"/>
            <p:cNvCxnSpPr>
              <a:endCxn id="24" idx="0"/>
            </p:cNvCxnSpPr>
            <p:nvPr/>
          </p:nvCxnSpPr>
          <p:spPr>
            <a:xfrm flipH="1">
              <a:off x="6873" y="5656"/>
              <a:ext cx="991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/>
            <p:cNvCxnSpPr>
              <a:stCxn id="23" idx="2"/>
              <a:endCxn id="25" idx="0"/>
            </p:cNvCxnSpPr>
            <p:nvPr/>
          </p:nvCxnSpPr>
          <p:spPr>
            <a:xfrm>
              <a:off x="7844" y="5656"/>
              <a:ext cx="108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/>
            <p:cNvCxnSpPr/>
            <p:nvPr/>
          </p:nvCxnSpPr>
          <p:spPr>
            <a:xfrm>
              <a:off x="7874" y="4407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文本框 44"/>
          <p:cNvSpPr txBox="1"/>
          <p:nvPr/>
        </p:nvSpPr>
        <p:spPr>
          <a:xfrm>
            <a:off x="6477635" y="1361440"/>
            <a:ext cx="194627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AST </a:t>
            </a:r>
            <a:r>
              <a:rPr lang="zh-CN" altLang="en-US" sz="1400"/>
              <a:t>抽象语法树（新）</a:t>
            </a:r>
            <a:endParaRPr lang="en-US" altLang="zh-CN" sz="1400"/>
          </a:p>
        </p:txBody>
      </p:sp>
      <p:grpSp>
        <p:nvGrpSpPr>
          <p:cNvPr id="48" name="组合 47"/>
          <p:cNvGrpSpPr/>
          <p:nvPr/>
        </p:nvGrpSpPr>
        <p:grpSpPr>
          <a:xfrm>
            <a:off x="8475980" y="3177223"/>
            <a:ext cx="1246505" cy="513715"/>
            <a:chOff x="9642" y="4372"/>
            <a:chExt cx="1963" cy="809"/>
          </a:xfrm>
        </p:grpSpPr>
        <p:sp>
          <p:nvSpPr>
            <p:cNvPr id="49" name="右箭头 48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0191" y="4372"/>
              <a:ext cx="86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生成</a:t>
              </a:r>
            </a:p>
          </p:txBody>
        </p:sp>
      </p:grpSp>
      <p:sp>
        <p:nvSpPr>
          <p:cNvPr id="51" name="文本框 50"/>
          <p:cNvSpPr txBox="1"/>
          <p:nvPr/>
        </p:nvSpPr>
        <p:spPr>
          <a:xfrm>
            <a:off x="9865995" y="3111500"/>
            <a:ext cx="156972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/>
              <a:t>const</a:t>
            </a:r>
            <a:r>
              <a:rPr lang="zh-CN" altLang="en-US"/>
              <a:t> a = 2 + 1</a:t>
            </a:r>
            <a:endParaRPr lang="en-US" altLang="zh-CN"/>
          </a:p>
          <a:p>
            <a:r>
              <a:rPr lang="en-US" altLang="zh-CN"/>
              <a:t>console.log(a)</a:t>
            </a:r>
          </a:p>
        </p:txBody>
      </p:sp>
      <p:sp>
        <p:nvSpPr>
          <p:cNvPr id="52" name="文本框 51"/>
          <p:cNvSpPr txBox="1"/>
          <p:nvPr/>
        </p:nvSpPr>
        <p:spPr>
          <a:xfrm>
            <a:off x="10032365" y="1361440"/>
            <a:ext cx="123634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代码（新）</a:t>
            </a:r>
            <a:endParaRPr lang="en-US" altLang="zh-CN" sz="1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035685" y="1788160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index2</a:t>
            </a:r>
            <a:r>
              <a:rPr lang="zh-CN" altLang="en-US"/>
              <a:t>.js</a:t>
            </a:r>
          </a:p>
        </p:txBody>
      </p:sp>
      <p:grpSp>
        <p:nvGrpSpPr>
          <p:cNvPr id="31" name="组合 30"/>
          <p:cNvGrpSpPr/>
          <p:nvPr/>
        </p:nvGrpSpPr>
        <p:grpSpPr>
          <a:xfrm>
            <a:off x="2543175" y="1419860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4997450" y="156400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project1</a:t>
            </a:r>
            <a:r>
              <a:rPr lang="zh-CN" altLang="en-US"/>
              <a:t>.js</a:t>
            </a:r>
          </a:p>
        </p:txBody>
      </p:sp>
      <p:grpSp>
        <p:nvGrpSpPr>
          <p:cNvPr id="32" name="组合 31"/>
          <p:cNvGrpSpPr/>
          <p:nvPr/>
        </p:nvGrpSpPr>
        <p:grpSpPr>
          <a:xfrm>
            <a:off x="6773545" y="1494473"/>
            <a:ext cx="2014220" cy="644525"/>
            <a:chOff x="10509" y="3307"/>
            <a:chExt cx="3172" cy="1015"/>
          </a:xfrm>
        </p:grpSpPr>
        <p:sp>
          <p:nvSpPr>
            <p:cNvPr id="4" name="右箭头 3"/>
            <p:cNvSpPr/>
            <p:nvPr/>
          </p:nvSpPr>
          <p:spPr>
            <a:xfrm>
              <a:off x="10509" y="3996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11547" y="330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</a:p>
          </p:txBody>
        </p:sp>
      </p:grpSp>
      <p:sp>
        <p:nvSpPr>
          <p:cNvPr id="23" name="文本框 22"/>
          <p:cNvSpPr txBox="1"/>
          <p:nvPr/>
        </p:nvSpPr>
        <p:spPr>
          <a:xfrm>
            <a:off x="9041765" y="160464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4997450" y="400367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.js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4734560" y="2156460"/>
            <a:ext cx="1771015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project1</a:t>
            </a:r>
            <a:r>
              <a:rPr lang="zh-CN" altLang="en-US"/>
              <a:t>.js</a:t>
            </a:r>
            <a:r>
              <a:rPr lang="en-US" altLang="zh-CN"/>
              <a:t>.map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8959850" y="2219960"/>
            <a:ext cx="145923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  <a:r>
              <a:rPr lang="en-US" altLang="zh-CN"/>
              <a:t>.map</a:t>
            </a:r>
          </a:p>
        </p:txBody>
      </p:sp>
      <p:grpSp>
        <p:nvGrpSpPr>
          <p:cNvPr id="14" name="组合 13"/>
          <p:cNvGrpSpPr/>
          <p:nvPr/>
        </p:nvGrpSpPr>
        <p:grpSpPr>
          <a:xfrm rot="19860000">
            <a:off x="6428105" y="2990850"/>
            <a:ext cx="2675890" cy="644525"/>
            <a:chOff x="10509" y="3307"/>
            <a:chExt cx="3172" cy="1015"/>
          </a:xfrm>
        </p:grpSpPr>
        <p:sp>
          <p:nvSpPr>
            <p:cNvPr id="15" name="右箭头 14"/>
            <p:cNvSpPr/>
            <p:nvPr/>
          </p:nvSpPr>
          <p:spPr>
            <a:xfrm>
              <a:off x="10509" y="3996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1547" y="330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</a:p>
          </p:txBody>
        </p:sp>
      </p:grpSp>
      <p:cxnSp>
        <p:nvCxnSpPr>
          <p:cNvPr id="18" name="曲线连接符 17"/>
          <p:cNvCxnSpPr/>
          <p:nvPr/>
        </p:nvCxnSpPr>
        <p:spPr>
          <a:xfrm rot="10800000">
            <a:off x="1657350" y="1788160"/>
            <a:ext cx="8761095" cy="612140"/>
          </a:xfrm>
          <a:prstGeom prst="curvedConnector4">
            <a:avLst>
              <a:gd name="adj1" fmla="val -1529"/>
              <a:gd name="adj2" fmla="val 3146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/>
          <p:cNvCxnSpPr>
            <a:stCxn id="10" idx="3"/>
            <a:endCxn id="25" idx="2"/>
          </p:cNvCxnSpPr>
          <p:nvPr/>
        </p:nvCxnSpPr>
        <p:spPr>
          <a:xfrm flipH="1">
            <a:off x="5619750" y="2404110"/>
            <a:ext cx="4799330" cy="1967865"/>
          </a:xfrm>
          <a:prstGeom prst="curvedConnector4">
            <a:avLst>
              <a:gd name="adj1" fmla="val -4962"/>
              <a:gd name="adj2" fmla="val 112101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178550" y="1533525"/>
            <a:ext cx="1244600" cy="64516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/>
              <a:t>生成代码</a:t>
            </a:r>
            <a:endParaRPr lang="en-US" altLang="zh-CN"/>
          </a:p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</a:p>
        </p:txBody>
      </p:sp>
      <p:grpSp>
        <p:nvGrpSpPr>
          <p:cNvPr id="31" name="组合 30"/>
          <p:cNvGrpSpPr/>
          <p:nvPr/>
        </p:nvGrpSpPr>
        <p:grpSpPr>
          <a:xfrm>
            <a:off x="3529965" y="1943735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6178550" y="251714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44</a:t>
            </a:r>
          </a:p>
          <a:p>
            <a:pPr algn="ctr"/>
            <a:r>
              <a:rPr lang="en-US" altLang="zh-CN"/>
              <a:t>eval</a:t>
            </a:r>
            <a:r>
              <a:rPr lang="zh-CN" altLang="en-US"/>
              <a:t>中代码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1965325" y="201041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.js</a:t>
            </a:r>
          </a:p>
          <a:p>
            <a:pPr algn="ctr"/>
            <a:r>
              <a:rPr lang="zh-CN" altLang="en-US"/>
              <a:t>源代码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3769995" y="4531995"/>
            <a:ext cx="186944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SoureceMap</a:t>
            </a:r>
            <a:r>
              <a:rPr lang="zh-CN" altLang="en-US"/>
              <a:t>数据</a:t>
            </a:r>
          </a:p>
        </p:txBody>
      </p:sp>
      <p:sp>
        <p:nvSpPr>
          <p:cNvPr id="13" name="矩形 12"/>
          <p:cNvSpPr/>
          <p:nvPr/>
        </p:nvSpPr>
        <p:spPr>
          <a:xfrm>
            <a:off x="5863590" y="1331595"/>
            <a:ext cx="1967230" cy="2332990"/>
          </a:xfrm>
          <a:prstGeom prst="rect">
            <a:avLst/>
          </a:prstGeom>
          <a:noFill/>
          <a:ln w="190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右箭头 14"/>
          <p:cNvSpPr/>
          <p:nvPr/>
        </p:nvSpPr>
        <p:spPr>
          <a:xfrm rot="14160000">
            <a:off x="2308860" y="3444875"/>
            <a:ext cx="20142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 rot="7440000">
            <a:off x="5165725" y="3646805"/>
            <a:ext cx="149542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080385" y="1939925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编译</a:t>
              </a:r>
            </a:p>
          </p:txBody>
        </p:sp>
      </p:grpSp>
      <p:sp>
        <p:nvSpPr>
          <p:cNvPr id="23" name="文本框 22"/>
          <p:cNvSpPr txBox="1"/>
          <p:nvPr/>
        </p:nvSpPr>
        <p:spPr>
          <a:xfrm>
            <a:off x="1440815" y="200660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scss</a:t>
            </a:r>
          </a:p>
          <a:p>
            <a:pPr algn="ctr"/>
            <a:r>
              <a:rPr lang="en-US" altLang="zh-CN"/>
              <a:t>SCSS</a:t>
            </a:r>
            <a:r>
              <a:rPr lang="zh-CN" altLang="en-US"/>
              <a:t>文件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3042285" y="3081655"/>
            <a:ext cx="2014220" cy="655955"/>
            <a:chOff x="4425" y="3347"/>
            <a:chExt cx="3172" cy="1033"/>
          </a:xfrm>
        </p:grpSpPr>
        <p:sp>
          <p:nvSpPr>
            <p:cNvPr id="4" name="右箭头 3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编译</a:t>
              </a:r>
            </a:p>
          </p:txBody>
        </p:sp>
      </p:grpSp>
      <p:sp>
        <p:nvSpPr>
          <p:cNvPr id="8" name="文本框 7"/>
          <p:cNvSpPr txBox="1"/>
          <p:nvPr/>
        </p:nvSpPr>
        <p:spPr>
          <a:xfrm>
            <a:off x="1402715" y="314833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less</a:t>
            </a:r>
          </a:p>
          <a:p>
            <a:pPr algn="ctr"/>
            <a:r>
              <a:rPr lang="en-US" altLang="zh-CN"/>
              <a:t>Less</a:t>
            </a:r>
            <a:r>
              <a:rPr lang="zh-CN" altLang="en-US"/>
              <a:t>文件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521960" y="2595880"/>
            <a:ext cx="1244600" cy="92202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css</a:t>
            </a:r>
          </a:p>
          <a:p>
            <a:pPr algn="ctr"/>
            <a:r>
              <a:rPr lang="en-US" altLang="zh-CN"/>
              <a:t>CSS</a:t>
            </a:r>
            <a:r>
              <a:rPr lang="zh-CN" altLang="en-US"/>
              <a:t>文件</a:t>
            </a:r>
          </a:p>
          <a:p>
            <a:pPr algn="ctr"/>
            <a:r>
              <a:rPr lang="zh-CN" altLang="en-US"/>
              <a:t>中间产物</a:t>
            </a:r>
          </a:p>
        </p:txBody>
      </p:sp>
      <p:grpSp>
        <p:nvGrpSpPr>
          <p:cNvPr id="11" name="组合 10"/>
          <p:cNvGrpSpPr/>
          <p:nvPr/>
        </p:nvGrpSpPr>
        <p:grpSpPr>
          <a:xfrm>
            <a:off x="7097395" y="2699385"/>
            <a:ext cx="2014220" cy="655955"/>
            <a:chOff x="4425" y="3347"/>
            <a:chExt cx="3172" cy="1033"/>
          </a:xfrm>
        </p:grpSpPr>
        <p:sp>
          <p:nvSpPr>
            <p:cNvPr id="12" name="右箭头 11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编译</a:t>
              </a:r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9442450" y="2595880"/>
            <a:ext cx="1244600" cy="92202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sym typeface="+mn-ea"/>
              </a:rPr>
              <a:t>index</a:t>
            </a:r>
            <a:r>
              <a:rPr lang="zh-CN" altLang="en-US">
                <a:sym typeface="+mn-ea"/>
              </a:rPr>
              <a:t>.</a:t>
            </a:r>
            <a:r>
              <a:rPr lang="en-US" altLang="zh-CN">
                <a:sym typeface="+mn-ea"/>
              </a:rPr>
              <a:t>css</a:t>
            </a:r>
            <a:endParaRPr lang="en-US" altLang="zh-CN"/>
          </a:p>
          <a:p>
            <a:pPr algn="ctr"/>
            <a:r>
              <a:rPr lang="en-US" altLang="zh-CN">
                <a:sym typeface="+mn-ea"/>
              </a:rPr>
              <a:t>CSS</a:t>
            </a:r>
            <a:r>
              <a:rPr lang="zh-CN" altLang="en-US">
                <a:sym typeface="+mn-ea"/>
              </a:rPr>
              <a:t>文件</a:t>
            </a:r>
          </a:p>
          <a:p>
            <a:pPr algn="ctr"/>
            <a:r>
              <a:rPr lang="zh-CN" altLang="en-US"/>
              <a:t>最终产物</a:t>
            </a:r>
          </a:p>
        </p:txBody>
      </p:sp>
      <p:sp>
        <p:nvSpPr>
          <p:cNvPr id="61" name="矩形 60"/>
          <p:cNvSpPr/>
          <p:nvPr/>
        </p:nvSpPr>
        <p:spPr>
          <a:xfrm>
            <a:off x="1144270" y="1524635"/>
            <a:ext cx="4145280" cy="266636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2477135" y="4502150"/>
            <a:ext cx="1479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CSS</a:t>
            </a:r>
            <a:r>
              <a:rPr lang="zh-CN" altLang="en-US"/>
              <a:t>预处理器</a:t>
            </a:r>
          </a:p>
        </p:txBody>
      </p:sp>
      <p:sp>
        <p:nvSpPr>
          <p:cNvPr id="19" name="矩形 18"/>
          <p:cNvSpPr/>
          <p:nvPr/>
        </p:nvSpPr>
        <p:spPr>
          <a:xfrm>
            <a:off x="6932930" y="1524635"/>
            <a:ext cx="3985895" cy="266636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8265795" y="4502150"/>
            <a:ext cx="1479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CSS</a:t>
            </a:r>
            <a:r>
              <a:rPr lang="zh-CN" altLang="en-US"/>
              <a:t>后处理器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9A1E3-B2F1-76B3-2635-C4336E3A6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0E3AB260-D1EC-2A5A-831B-BE5230D7129C}"/>
              </a:ext>
            </a:extLst>
          </p:cNvPr>
          <p:cNvSpPr txBox="1"/>
          <p:nvPr/>
        </p:nvSpPr>
        <p:spPr>
          <a:xfrm>
            <a:off x="1917566" y="489267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用户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53D0C52-B368-F842-068A-CBEB92E39B85}"/>
              </a:ext>
            </a:extLst>
          </p:cNvPr>
          <p:cNvSpPr txBox="1"/>
          <p:nvPr/>
        </p:nvSpPr>
        <p:spPr>
          <a:xfrm>
            <a:off x="5423535" y="489267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/>
              <a:t>Agent</a:t>
            </a:r>
            <a:r>
              <a:rPr lang="zh-CN" altLang="en-US" sz="1400" dirty="0"/>
              <a:t>软件</a:t>
            </a:r>
          </a:p>
        </p:txBody>
      </p:sp>
      <p:sp>
        <p:nvSpPr>
          <p:cNvPr id="17" name="右箭头 16">
            <a:extLst>
              <a:ext uri="{FF2B5EF4-FFF2-40B4-BE49-F238E27FC236}">
                <a16:creationId xmlns:a16="http://schemas.microsoft.com/office/drawing/2014/main" id="{B31FE6E8-3B67-2717-0F5C-12BEC33D5180}"/>
              </a:ext>
            </a:extLst>
          </p:cNvPr>
          <p:cNvSpPr/>
          <p:nvPr/>
        </p:nvSpPr>
        <p:spPr>
          <a:xfrm rot="10800000">
            <a:off x="6264566" y="2893213"/>
            <a:ext cx="3436762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BF56C4A-4CDD-CB90-7E36-393E108C93EA}"/>
              </a:ext>
            </a:extLst>
          </p:cNvPr>
          <p:cNvSpPr txBox="1"/>
          <p:nvPr/>
        </p:nvSpPr>
        <p:spPr>
          <a:xfrm>
            <a:off x="6863224" y="929311"/>
            <a:ext cx="2239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提供能力列表，例如访问网页</a:t>
            </a:r>
            <a:r>
              <a:rPr lang="en-US" altLang="zh-CN" sz="1200" dirty="0"/>
              <a:t>/</a:t>
            </a:r>
            <a:r>
              <a:rPr lang="zh-CN" altLang="en-US" sz="1200" dirty="0"/>
              <a:t>编辑文件</a:t>
            </a:r>
            <a:r>
              <a:rPr lang="en-US" altLang="zh-CN" sz="1200" dirty="0"/>
              <a:t>/</a:t>
            </a:r>
            <a:r>
              <a:rPr lang="zh-CN" altLang="en-US" sz="1200" dirty="0"/>
              <a:t>执行命令等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5A50B811-E678-D3CB-F11A-05E289F74390}"/>
              </a:ext>
            </a:extLst>
          </p:cNvPr>
          <p:cNvCxnSpPr>
            <a:cxnSpLocks/>
          </p:cNvCxnSpPr>
          <p:nvPr/>
        </p:nvCxnSpPr>
        <p:spPr>
          <a:xfrm>
            <a:off x="2380798" y="934720"/>
            <a:ext cx="0" cy="433832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35DC50B-EFC4-79B5-C58C-5E4660B81B91}"/>
              </a:ext>
            </a:extLst>
          </p:cNvPr>
          <p:cNvCxnSpPr>
            <a:cxnSpLocks/>
          </p:cNvCxnSpPr>
          <p:nvPr/>
        </p:nvCxnSpPr>
        <p:spPr>
          <a:xfrm>
            <a:off x="6106477" y="934720"/>
            <a:ext cx="0" cy="433832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308E3629-0FA5-DDDD-7A0E-3AD783FDD0A1}"/>
              </a:ext>
            </a:extLst>
          </p:cNvPr>
          <p:cNvSpPr txBox="1"/>
          <p:nvPr/>
        </p:nvSpPr>
        <p:spPr>
          <a:xfrm>
            <a:off x="4985594" y="3209938"/>
            <a:ext cx="8758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访问网页</a:t>
            </a:r>
          </a:p>
        </p:txBody>
      </p:sp>
      <p:sp>
        <p:nvSpPr>
          <p:cNvPr id="27" name="右箭头 26">
            <a:extLst>
              <a:ext uri="{FF2B5EF4-FFF2-40B4-BE49-F238E27FC236}">
                <a16:creationId xmlns:a16="http://schemas.microsoft.com/office/drawing/2014/main" id="{65C57FA4-93B7-2C48-500F-DC2E65B5DF7F}"/>
              </a:ext>
            </a:extLst>
          </p:cNvPr>
          <p:cNvSpPr/>
          <p:nvPr/>
        </p:nvSpPr>
        <p:spPr>
          <a:xfrm rot="5400000">
            <a:off x="5474887" y="3290069"/>
            <a:ext cx="751578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" name="右箭头 3">
            <a:extLst>
              <a:ext uri="{FF2B5EF4-FFF2-40B4-BE49-F238E27FC236}">
                <a16:creationId xmlns:a16="http://schemas.microsoft.com/office/drawing/2014/main" id="{15F12ABC-6C90-684B-9636-036103048017}"/>
              </a:ext>
            </a:extLst>
          </p:cNvPr>
          <p:cNvSpPr/>
          <p:nvPr/>
        </p:nvSpPr>
        <p:spPr>
          <a:xfrm>
            <a:off x="2538911" y="2120308"/>
            <a:ext cx="3367219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9372EE3-FADD-2F11-3811-1161E4864F05}"/>
              </a:ext>
            </a:extLst>
          </p:cNvPr>
          <p:cNvCxnSpPr>
            <a:cxnSpLocks/>
          </p:cNvCxnSpPr>
          <p:nvPr/>
        </p:nvCxnSpPr>
        <p:spPr>
          <a:xfrm>
            <a:off x="9897110" y="934720"/>
            <a:ext cx="0" cy="449072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1917D9CB-7C30-EB24-FFB2-777CC9D2AAC9}"/>
              </a:ext>
            </a:extLst>
          </p:cNvPr>
          <p:cNvSpPr txBox="1"/>
          <p:nvPr/>
        </p:nvSpPr>
        <p:spPr>
          <a:xfrm>
            <a:off x="9214168" y="489267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大模型</a:t>
            </a:r>
          </a:p>
        </p:txBody>
      </p:sp>
      <p:sp>
        <p:nvSpPr>
          <p:cNvPr id="9" name="右箭头 3">
            <a:extLst>
              <a:ext uri="{FF2B5EF4-FFF2-40B4-BE49-F238E27FC236}">
                <a16:creationId xmlns:a16="http://schemas.microsoft.com/office/drawing/2014/main" id="{9DDA457B-19D4-F43F-A03E-3C9D116F3D67}"/>
              </a:ext>
            </a:extLst>
          </p:cNvPr>
          <p:cNvSpPr/>
          <p:nvPr/>
        </p:nvSpPr>
        <p:spPr>
          <a:xfrm>
            <a:off x="6264565" y="1347341"/>
            <a:ext cx="3436764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C40FADA-13EB-4393-5F07-4EFF679AF956}"/>
              </a:ext>
            </a:extLst>
          </p:cNvPr>
          <p:cNvSpPr txBox="1"/>
          <p:nvPr/>
        </p:nvSpPr>
        <p:spPr>
          <a:xfrm>
            <a:off x="3344166" y="1837882"/>
            <a:ext cx="1733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用户要求完成某个任务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C9BA993-E666-713E-BFF1-E2D75CC64660}"/>
              </a:ext>
            </a:extLst>
          </p:cNvPr>
          <p:cNvSpPr txBox="1"/>
          <p:nvPr/>
        </p:nvSpPr>
        <p:spPr>
          <a:xfrm>
            <a:off x="7172579" y="1822235"/>
            <a:ext cx="1620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将要求转发给大模型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91069A4-42DD-B067-ECD1-61654AA2A7FC}"/>
              </a:ext>
            </a:extLst>
          </p:cNvPr>
          <p:cNvSpPr txBox="1"/>
          <p:nvPr/>
        </p:nvSpPr>
        <p:spPr>
          <a:xfrm>
            <a:off x="6512277" y="2622788"/>
            <a:ext cx="29413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要求</a:t>
            </a:r>
            <a:r>
              <a:rPr lang="en-US" altLang="zh-CN" sz="1200" dirty="0"/>
              <a:t>Agent</a:t>
            </a:r>
            <a:r>
              <a:rPr lang="zh-CN" altLang="en-US" sz="1200" dirty="0"/>
              <a:t>调用某些能力，例如访问网页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C417CB5-0514-66FB-7580-647194250E94}"/>
              </a:ext>
            </a:extLst>
          </p:cNvPr>
          <p:cNvSpPr txBox="1"/>
          <p:nvPr/>
        </p:nvSpPr>
        <p:spPr>
          <a:xfrm>
            <a:off x="10173335" y="2466547"/>
            <a:ext cx="6419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思考</a:t>
            </a:r>
          </a:p>
        </p:txBody>
      </p:sp>
      <p:sp>
        <p:nvSpPr>
          <p:cNvPr id="22" name="右箭头 26">
            <a:extLst>
              <a:ext uri="{FF2B5EF4-FFF2-40B4-BE49-F238E27FC236}">
                <a16:creationId xmlns:a16="http://schemas.microsoft.com/office/drawing/2014/main" id="{AD867472-9C8D-B08A-453D-B71CE75BAF22}"/>
              </a:ext>
            </a:extLst>
          </p:cNvPr>
          <p:cNvSpPr/>
          <p:nvPr/>
        </p:nvSpPr>
        <p:spPr>
          <a:xfrm rot="5400000">
            <a:off x="9783336" y="2543740"/>
            <a:ext cx="647582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B0047A4-7DBD-4F0A-62E1-37B826E808B8}"/>
              </a:ext>
            </a:extLst>
          </p:cNvPr>
          <p:cNvSpPr txBox="1"/>
          <p:nvPr/>
        </p:nvSpPr>
        <p:spPr>
          <a:xfrm>
            <a:off x="7108955" y="3380695"/>
            <a:ext cx="178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网页内容返回给大模型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2EC295D3-B2CE-196A-5336-0F5A18EC5345}"/>
              </a:ext>
            </a:extLst>
          </p:cNvPr>
          <p:cNvSpPr txBox="1"/>
          <p:nvPr/>
        </p:nvSpPr>
        <p:spPr>
          <a:xfrm>
            <a:off x="10207943" y="4020511"/>
            <a:ext cx="6419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思考</a:t>
            </a:r>
          </a:p>
        </p:txBody>
      </p:sp>
      <p:sp>
        <p:nvSpPr>
          <p:cNvPr id="44" name="右箭头 26">
            <a:extLst>
              <a:ext uri="{FF2B5EF4-FFF2-40B4-BE49-F238E27FC236}">
                <a16:creationId xmlns:a16="http://schemas.microsoft.com/office/drawing/2014/main" id="{00A29DDD-847A-E257-6ACA-5B9916F28041}"/>
              </a:ext>
            </a:extLst>
          </p:cNvPr>
          <p:cNvSpPr/>
          <p:nvPr/>
        </p:nvSpPr>
        <p:spPr>
          <a:xfrm rot="5400000">
            <a:off x="9707813" y="4105940"/>
            <a:ext cx="770158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4330A45-BDDF-3184-F1F4-48424A18B090}"/>
              </a:ext>
            </a:extLst>
          </p:cNvPr>
          <p:cNvSpPr txBox="1"/>
          <p:nvPr/>
        </p:nvSpPr>
        <p:spPr>
          <a:xfrm>
            <a:off x="7332785" y="4281338"/>
            <a:ext cx="12016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给出最后结果</a:t>
            </a:r>
          </a:p>
        </p:txBody>
      </p:sp>
      <p:sp>
        <p:nvSpPr>
          <p:cNvPr id="59" name="右箭头 16">
            <a:extLst>
              <a:ext uri="{FF2B5EF4-FFF2-40B4-BE49-F238E27FC236}">
                <a16:creationId xmlns:a16="http://schemas.microsoft.com/office/drawing/2014/main" id="{0B3BED17-0C6F-3267-BCD9-C33B60FCFB21}"/>
              </a:ext>
            </a:extLst>
          </p:cNvPr>
          <p:cNvSpPr/>
          <p:nvPr/>
        </p:nvSpPr>
        <p:spPr>
          <a:xfrm rot="10800000">
            <a:off x="2533095" y="4531122"/>
            <a:ext cx="338836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77BEAAFE-39B5-B5B1-FD30-A58590172550}"/>
              </a:ext>
            </a:extLst>
          </p:cNvPr>
          <p:cNvSpPr txBox="1"/>
          <p:nvPr/>
        </p:nvSpPr>
        <p:spPr>
          <a:xfrm>
            <a:off x="3607106" y="4281338"/>
            <a:ext cx="1410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返回结果给用户</a:t>
            </a:r>
          </a:p>
        </p:txBody>
      </p:sp>
      <p:sp>
        <p:nvSpPr>
          <p:cNvPr id="75" name="右箭头 3">
            <a:extLst>
              <a:ext uri="{FF2B5EF4-FFF2-40B4-BE49-F238E27FC236}">
                <a16:creationId xmlns:a16="http://schemas.microsoft.com/office/drawing/2014/main" id="{3F8B3BE0-334A-A669-66B0-42238A915C4A}"/>
              </a:ext>
            </a:extLst>
          </p:cNvPr>
          <p:cNvSpPr/>
          <p:nvPr/>
        </p:nvSpPr>
        <p:spPr>
          <a:xfrm>
            <a:off x="6264565" y="2116444"/>
            <a:ext cx="3436764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76" name="右箭头 3">
            <a:extLst>
              <a:ext uri="{FF2B5EF4-FFF2-40B4-BE49-F238E27FC236}">
                <a16:creationId xmlns:a16="http://schemas.microsoft.com/office/drawing/2014/main" id="{1493F43E-5E09-1485-9413-453E287050AD}"/>
              </a:ext>
            </a:extLst>
          </p:cNvPr>
          <p:cNvSpPr/>
          <p:nvPr/>
        </p:nvSpPr>
        <p:spPr>
          <a:xfrm>
            <a:off x="6264565" y="3647315"/>
            <a:ext cx="3436764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77" name="右箭头 16">
            <a:extLst>
              <a:ext uri="{FF2B5EF4-FFF2-40B4-BE49-F238E27FC236}">
                <a16:creationId xmlns:a16="http://schemas.microsoft.com/office/drawing/2014/main" id="{9935EDAC-8FD1-B632-1428-DF885D921575}"/>
              </a:ext>
            </a:extLst>
          </p:cNvPr>
          <p:cNvSpPr/>
          <p:nvPr/>
        </p:nvSpPr>
        <p:spPr>
          <a:xfrm rot="10800000">
            <a:off x="6264566" y="4531122"/>
            <a:ext cx="3436762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290987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B7C9A-C2BE-DEF0-2A71-32244C4B1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F8723017-89D1-F105-13B6-21FF68505DAB}"/>
              </a:ext>
            </a:extLst>
          </p:cNvPr>
          <p:cNvSpPr txBox="1"/>
          <p:nvPr/>
        </p:nvSpPr>
        <p:spPr>
          <a:xfrm>
            <a:off x="839880" y="489267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开发者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3D560F4-AADD-36CE-0F8E-2DC63D3AD708}"/>
              </a:ext>
            </a:extLst>
          </p:cNvPr>
          <p:cNvSpPr txBox="1"/>
          <p:nvPr/>
        </p:nvSpPr>
        <p:spPr>
          <a:xfrm>
            <a:off x="3962211" y="479696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本地服务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676E00A-1EF0-9440-8E13-A82F315A58A3}"/>
              </a:ext>
            </a:extLst>
          </p:cNvPr>
          <p:cNvCxnSpPr>
            <a:cxnSpLocks/>
          </p:cNvCxnSpPr>
          <p:nvPr/>
        </p:nvCxnSpPr>
        <p:spPr>
          <a:xfrm>
            <a:off x="1303112" y="934720"/>
            <a:ext cx="0" cy="5493294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7BC58BF-1A67-F28A-94E1-8A95D86F961A}"/>
              </a:ext>
            </a:extLst>
          </p:cNvPr>
          <p:cNvCxnSpPr>
            <a:cxnSpLocks/>
          </p:cNvCxnSpPr>
          <p:nvPr/>
        </p:nvCxnSpPr>
        <p:spPr>
          <a:xfrm>
            <a:off x="4645153" y="925149"/>
            <a:ext cx="0" cy="5493294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F78C3EE3-23AF-2936-A5BF-ED7BDA4E25EF}"/>
              </a:ext>
            </a:extLst>
          </p:cNvPr>
          <p:cNvSpPr txBox="1"/>
          <p:nvPr/>
        </p:nvSpPr>
        <p:spPr>
          <a:xfrm>
            <a:off x="2845478" y="1574747"/>
            <a:ext cx="1647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打包代码，生成结果启动本地服务</a:t>
            </a:r>
          </a:p>
        </p:txBody>
      </p:sp>
      <p:sp>
        <p:nvSpPr>
          <p:cNvPr id="27" name="右箭头 26">
            <a:extLst>
              <a:ext uri="{FF2B5EF4-FFF2-40B4-BE49-F238E27FC236}">
                <a16:creationId xmlns:a16="http://schemas.microsoft.com/office/drawing/2014/main" id="{5DBC3FC3-791F-DA87-8615-FB3F3212FCD1}"/>
              </a:ext>
            </a:extLst>
          </p:cNvPr>
          <p:cNvSpPr/>
          <p:nvPr/>
        </p:nvSpPr>
        <p:spPr>
          <a:xfrm rot="5400000">
            <a:off x="4067470" y="1697464"/>
            <a:ext cx="810100" cy="17345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" name="右箭头 3">
            <a:extLst>
              <a:ext uri="{FF2B5EF4-FFF2-40B4-BE49-F238E27FC236}">
                <a16:creationId xmlns:a16="http://schemas.microsoft.com/office/drawing/2014/main" id="{D9826BAE-F5DF-403B-201B-046E1670494D}"/>
              </a:ext>
            </a:extLst>
          </p:cNvPr>
          <p:cNvSpPr/>
          <p:nvPr/>
        </p:nvSpPr>
        <p:spPr>
          <a:xfrm>
            <a:off x="1498893" y="1068343"/>
            <a:ext cx="2993961" cy="2191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B8490421-EF53-B012-E2CA-CD58913E44C3}"/>
              </a:ext>
            </a:extLst>
          </p:cNvPr>
          <p:cNvCxnSpPr>
            <a:cxnSpLocks/>
          </p:cNvCxnSpPr>
          <p:nvPr/>
        </p:nvCxnSpPr>
        <p:spPr>
          <a:xfrm>
            <a:off x="9897110" y="934720"/>
            <a:ext cx="0" cy="5564051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5748A862-17B7-78E7-BD13-31E62611EC50}"/>
              </a:ext>
            </a:extLst>
          </p:cNvPr>
          <p:cNvSpPr txBox="1"/>
          <p:nvPr/>
        </p:nvSpPr>
        <p:spPr>
          <a:xfrm>
            <a:off x="9214168" y="489267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浏览器端</a:t>
            </a:r>
          </a:p>
        </p:txBody>
      </p:sp>
      <p:sp>
        <p:nvSpPr>
          <p:cNvPr id="9" name="右箭头 3">
            <a:extLst>
              <a:ext uri="{FF2B5EF4-FFF2-40B4-BE49-F238E27FC236}">
                <a16:creationId xmlns:a16="http://schemas.microsoft.com/office/drawing/2014/main" id="{6F5FE3EA-6399-0400-F2AD-1625BFD7D0EF}"/>
              </a:ext>
            </a:extLst>
          </p:cNvPr>
          <p:cNvSpPr/>
          <p:nvPr/>
        </p:nvSpPr>
        <p:spPr>
          <a:xfrm>
            <a:off x="4806497" y="1991146"/>
            <a:ext cx="4862189" cy="207010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545C99C-B7C6-833D-B1CE-A74900AE8738}"/>
              </a:ext>
            </a:extLst>
          </p:cNvPr>
          <p:cNvSpPr txBox="1"/>
          <p:nvPr/>
        </p:nvSpPr>
        <p:spPr>
          <a:xfrm>
            <a:off x="2062088" y="806266"/>
            <a:ext cx="1733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以</a:t>
            </a:r>
            <a:r>
              <a:rPr lang="en-US" altLang="zh-CN" sz="1200" dirty="0"/>
              <a:t>watch</a:t>
            </a:r>
            <a:r>
              <a:rPr lang="zh-CN" altLang="en-US" sz="1200" dirty="0"/>
              <a:t>模式启动服务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8A5EC62-B7BD-225B-FE5D-86DD0B03C9E5}"/>
              </a:ext>
            </a:extLst>
          </p:cNvPr>
          <p:cNvSpPr txBox="1"/>
          <p:nvPr/>
        </p:nvSpPr>
        <p:spPr>
          <a:xfrm>
            <a:off x="6457302" y="2999073"/>
            <a:ext cx="15605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通知代码存在更新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607DF931-91EB-98F7-8649-266E7DFF7C44}"/>
              </a:ext>
            </a:extLst>
          </p:cNvPr>
          <p:cNvSpPr txBox="1"/>
          <p:nvPr/>
        </p:nvSpPr>
        <p:spPr>
          <a:xfrm>
            <a:off x="4631684" y="1664522"/>
            <a:ext cx="52118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浏览器请求页面，服务返回打包后文件 </a:t>
            </a:r>
            <a:r>
              <a:rPr lang="en-US" altLang="zh-CN" sz="1200" dirty="0"/>
              <a:t>+ runtime</a:t>
            </a:r>
            <a:r>
              <a:rPr lang="zh-CN" altLang="en-US" sz="1200" dirty="0"/>
              <a:t>代码，建立</a:t>
            </a:r>
            <a:r>
              <a:rPr lang="en-US" altLang="zh-CN" sz="1200" dirty="0"/>
              <a:t>WebSocket</a:t>
            </a:r>
            <a:r>
              <a:rPr lang="zh-CN" altLang="en-US" sz="1200" dirty="0"/>
              <a:t>连接</a:t>
            </a:r>
          </a:p>
        </p:txBody>
      </p:sp>
      <p:sp>
        <p:nvSpPr>
          <p:cNvPr id="75" name="右箭头 3">
            <a:extLst>
              <a:ext uri="{FF2B5EF4-FFF2-40B4-BE49-F238E27FC236}">
                <a16:creationId xmlns:a16="http://schemas.microsoft.com/office/drawing/2014/main" id="{E08DF61F-A8A4-3762-3D3D-EAF8940A2958}"/>
              </a:ext>
            </a:extLst>
          </p:cNvPr>
          <p:cNvSpPr/>
          <p:nvPr/>
        </p:nvSpPr>
        <p:spPr>
          <a:xfrm>
            <a:off x="4806498" y="3253180"/>
            <a:ext cx="4862187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1" name="右箭头 3">
            <a:extLst>
              <a:ext uri="{FF2B5EF4-FFF2-40B4-BE49-F238E27FC236}">
                <a16:creationId xmlns:a16="http://schemas.microsoft.com/office/drawing/2014/main" id="{4D09BF65-EBCE-24C5-CEA6-05CC716F26B2}"/>
              </a:ext>
            </a:extLst>
          </p:cNvPr>
          <p:cNvSpPr/>
          <p:nvPr/>
        </p:nvSpPr>
        <p:spPr>
          <a:xfrm>
            <a:off x="1498892" y="2609532"/>
            <a:ext cx="2993961" cy="2191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96BFC8B-E1D6-C6BE-50E0-6ED21896AD7C}"/>
              </a:ext>
            </a:extLst>
          </p:cNvPr>
          <p:cNvSpPr txBox="1"/>
          <p:nvPr/>
        </p:nvSpPr>
        <p:spPr>
          <a:xfrm>
            <a:off x="2539045" y="2315098"/>
            <a:ext cx="8646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修改源码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0BB7F10-4E64-D961-091F-7A48A24D6A12}"/>
              </a:ext>
            </a:extLst>
          </p:cNvPr>
          <p:cNvSpPr txBox="1"/>
          <p:nvPr/>
        </p:nvSpPr>
        <p:spPr>
          <a:xfrm>
            <a:off x="3304014" y="3025011"/>
            <a:ext cx="11888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重新打包代码</a:t>
            </a:r>
          </a:p>
        </p:txBody>
      </p:sp>
      <p:sp>
        <p:nvSpPr>
          <p:cNvPr id="29" name="右箭头 26">
            <a:extLst>
              <a:ext uri="{FF2B5EF4-FFF2-40B4-BE49-F238E27FC236}">
                <a16:creationId xmlns:a16="http://schemas.microsoft.com/office/drawing/2014/main" id="{D4D33EF2-6C54-F023-76BA-B5FAEF89C362}"/>
              </a:ext>
            </a:extLst>
          </p:cNvPr>
          <p:cNvSpPr/>
          <p:nvPr/>
        </p:nvSpPr>
        <p:spPr>
          <a:xfrm rot="5400000">
            <a:off x="4232687" y="3072292"/>
            <a:ext cx="530982" cy="18243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435B378-1AF9-DA39-7030-52C494A4E5D5}"/>
              </a:ext>
            </a:extLst>
          </p:cNvPr>
          <p:cNvSpPr txBox="1"/>
          <p:nvPr/>
        </p:nvSpPr>
        <p:spPr>
          <a:xfrm>
            <a:off x="5455038" y="3634258"/>
            <a:ext cx="35651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浏览器请求</a:t>
            </a:r>
            <a:r>
              <a:rPr lang="en-US" altLang="zh-CN" sz="1200" dirty="0"/>
              <a:t>xxx.hot-update.json</a:t>
            </a:r>
            <a:r>
              <a:rPr lang="zh-CN" altLang="en-US" sz="1200" dirty="0"/>
              <a:t>，服务返回更新清单</a:t>
            </a:r>
          </a:p>
        </p:txBody>
      </p:sp>
      <p:sp>
        <p:nvSpPr>
          <p:cNvPr id="33" name="右箭头 3">
            <a:extLst>
              <a:ext uri="{FF2B5EF4-FFF2-40B4-BE49-F238E27FC236}">
                <a16:creationId xmlns:a16="http://schemas.microsoft.com/office/drawing/2014/main" id="{36C8A68D-7E00-CEA8-E8AD-D000BA394EAD}"/>
              </a:ext>
            </a:extLst>
          </p:cNvPr>
          <p:cNvSpPr/>
          <p:nvPr/>
        </p:nvSpPr>
        <p:spPr>
          <a:xfrm>
            <a:off x="4806497" y="3967190"/>
            <a:ext cx="4862189" cy="207010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55E1189-F4E0-869D-E6C7-7A7713BA9538}"/>
              </a:ext>
            </a:extLst>
          </p:cNvPr>
          <p:cNvSpPr txBox="1"/>
          <p:nvPr/>
        </p:nvSpPr>
        <p:spPr>
          <a:xfrm>
            <a:off x="5327439" y="4362324"/>
            <a:ext cx="38873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浏览器批量请求新模块文件</a:t>
            </a:r>
            <a:r>
              <a:rPr lang="en-US" altLang="zh-CN" sz="1200"/>
              <a:t>xxx.</a:t>
            </a:r>
            <a:r>
              <a:rPr lang="en-US" altLang="zh-CN" sz="1200" dirty="0"/>
              <a:t>hot-update.js</a:t>
            </a:r>
            <a:r>
              <a:rPr lang="zh-CN" altLang="en-US" sz="1200" dirty="0"/>
              <a:t>，服务返回</a:t>
            </a:r>
          </a:p>
        </p:txBody>
      </p:sp>
      <p:sp>
        <p:nvSpPr>
          <p:cNvPr id="35" name="右箭头 3">
            <a:extLst>
              <a:ext uri="{FF2B5EF4-FFF2-40B4-BE49-F238E27FC236}">
                <a16:creationId xmlns:a16="http://schemas.microsoft.com/office/drawing/2014/main" id="{DC538117-5E0E-9192-AB58-87F7F9B36C03}"/>
              </a:ext>
            </a:extLst>
          </p:cNvPr>
          <p:cNvSpPr/>
          <p:nvPr/>
        </p:nvSpPr>
        <p:spPr>
          <a:xfrm>
            <a:off x="4806497" y="4639323"/>
            <a:ext cx="4862189" cy="207010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6" name="右箭头 26">
            <a:extLst>
              <a:ext uri="{FF2B5EF4-FFF2-40B4-BE49-F238E27FC236}">
                <a16:creationId xmlns:a16="http://schemas.microsoft.com/office/drawing/2014/main" id="{D37A77A6-EA50-D413-F08B-F991A39231A0}"/>
              </a:ext>
            </a:extLst>
          </p:cNvPr>
          <p:cNvSpPr/>
          <p:nvPr/>
        </p:nvSpPr>
        <p:spPr>
          <a:xfrm rot="5400000">
            <a:off x="9678700" y="5061151"/>
            <a:ext cx="810100" cy="17345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F9D06FA-BA8C-03BD-DD92-24796080140F}"/>
              </a:ext>
            </a:extLst>
          </p:cNvPr>
          <p:cNvSpPr txBox="1"/>
          <p:nvPr/>
        </p:nvSpPr>
        <p:spPr>
          <a:xfrm>
            <a:off x="10170478" y="4917045"/>
            <a:ext cx="1188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使用模块冒泡方式更新代码</a:t>
            </a:r>
            <a:endParaRPr lang="en-US" altLang="zh-CN" sz="1200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E4D53B1-70FF-D036-BA73-2AD32B6272AB}"/>
              </a:ext>
            </a:extLst>
          </p:cNvPr>
          <p:cNvSpPr txBox="1"/>
          <p:nvPr/>
        </p:nvSpPr>
        <p:spPr>
          <a:xfrm>
            <a:off x="9938387" y="5713584"/>
            <a:ext cx="1743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最终呈现更新后的效果</a:t>
            </a:r>
            <a:endParaRPr lang="en-US" altLang="zh-CN" sz="1200" dirty="0"/>
          </a:p>
        </p:txBody>
      </p:sp>
    </p:spTree>
    <p:extLst>
      <p:ext uri="{BB962C8B-B14F-4D97-AF65-F5344CB8AC3E}">
        <p14:creationId xmlns:p14="http://schemas.microsoft.com/office/powerpoint/2010/main" val="346765446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jllZmI5NGRiYWI2ZDdkMDRmZDNiMGUwOWVjNmRmODYifQ=="/>
  <p:tag name="KSO_WPP_MARK_KEY" val="7792a17e-91d7-4c44-992a-cf0a45656bd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e8ebea44-6430-4dd4-bcdd-21c1d86577b7}"/>
  <p:tag name="TABLE_ENDDRAG_ORIGIN_RECT" val="164*208"/>
  <p:tag name="TABLE_ENDDRAG_RECT" val="144*165*164*208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910</Words>
  <Application>Microsoft Office PowerPoint</Application>
  <PresentationFormat>宽屏</PresentationFormat>
  <Paragraphs>175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贾震</dc:creator>
  <cp:lastModifiedBy>震 贾</cp:lastModifiedBy>
  <cp:revision>37</cp:revision>
  <dcterms:created xsi:type="dcterms:W3CDTF">2025-01-20T10:49:00Z</dcterms:created>
  <dcterms:modified xsi:type="dcterms:W3CDTF">2026-08-04T16:54:50Z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8B43CFA454234C1D9F5D5C3CC769F140</vt:lpwstr>
  </property>
  <property fmtid="{D5CDD505-2E9C-101B-9397-08002B2CF9AE}" pid="3" name="KSOProductBuildVer">
    <vt:lpwstr>2052-12.1.0.23542</vt:lpwstr>
  </property>
</Properties>
</file>